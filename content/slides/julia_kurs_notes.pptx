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734" r:id="rId5"/>
    <p:sldId id="727" r:id="rId6"/>
    <p:sldId id="732" r:id="rId7"/>
    <p:sldId id="729" r:id="rId8"/>
    <p:sldId id="265" r:id="rId9"/>
    <p:sldId id="733" r:id="rId10"/>
    <p:sldId id="735" r:id="rId11"/>
    <p:sldId id="73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Eklund" initials="DE" lastIdx="1" clrIdx="0">
    <p:extLst>
      <p:ext uri="{19B8F6BF-5375-455C-9EA6-DF929625EA0E}">
        <p15:presenceInfo xmlns:p15="http://schemas.microsoft.com/office/powerpoint/2012/main" userId="S::david.eklund@ri.se::469dde37-312b-48d8-b700-5d03c496f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F8188B-7F83-3048-ACC9-DFA3411D350B}" v="4" dt="2026-05-06T10:35:40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Eklund" userId="469dde37-312b-48d8-b700-5d03c496f001" providerId="ADAL" clId="{7277D675-2D72-5091-A16A-AF8EBCF9CF4A}"/>
    <pc:docChg chg="undo custSel modSld">
      <pc:chgData name="David Eklund" userId="469dde37-312b-48d8-b700-5d03c496f001" providerId="ADAL" clId="{7277D675-2D72-5091-A16A-AF8EBCF9CF4A}" dt="2026-05-06T10:35:40.816" v="32" actId="164"/>
      <pc:docMkLst>
        <pc:docMk/>
      </pc:docMkLst>
      <pc:sldChg chg="modSp mod">
        <pc:chgData name="David Eklund" userId="469dde37-312b-48d8-b700-5d03c496f001" providerId="ADAL" clId="{7277D675-2D72-5091-A16A-AF8EBCF9CF4A}" dt="2026-05-06T10:30:52.821" v="4" actId="20577"/>
        <pc:sldMkLst>
          <pc:docMk/>
          <pc:sldMk cId="661591351" sldId="265"/>
        </pc:sldMkLst>
        <pc:spChg chg="mod">
          <ac:chgData name="David Eklund" userId="469dde37-312b-48d8-b700-5d03c496f001" providerId="ADAL" clId="{7277D675-2D72-5091-A16A-AF8EBCF9CF4A}" dt="2026-05-06T10:30:52.821" v="4" actId="20577"/>
          <ac:spMkLst>
            <pc:docMk/>
            <pc:sldMk cId="661591351" sldId="265"/>
            <ac:spMk id="3" creationId="{F0B0DF5F-783A-4935-9D22-045F60E8CDC0}"/>
          </ac:spMkLst>
        </pc:spChg>
      </pc:sldChg>
      <pc:sldChg chg="modSp">
        <pc:chgData name="David Eklund" userId="469dde37-312b-48d8-b700-5d03c496f001" providerId="ADAL" clId="{7277D675-2D72-5091-A16A-AF8EBCF9CF4A}" dt="2026-05-06T10:28:10.922" v="2" actId="20577"/>
        <pc:sldMkLst>
          <pc:docMk/>
          <pc:sldMk cId="1562117174" sldId="727"/>
        </pc:sldMkLst>
        <pc:spChg chg="mod">
          <ac:chgData name="David Eklund" userId="469dde37-312b-48d8-b700-5d03c496f001" providerId="ADAL" clId="{7277D675-2D72-5091-A16A-AF8EBCF9CF4A}" dt="2026-05-06T10:28:10.922" v="2" actId="20577"/>
          <ac:spMkLst>
            <pc:docMk/>
            <pc:sldMk cId="1562117174" sldId="727"/>
            <ac:spMk id="3" creationId="{F0B0DF5F-783A-4935-9D22-045F60E8CDC0}"/>
          </ac:spMkLst>
        </pc:spChg>
      </pc:sldChg>
      <pc:sldChg chg="modSp mod">
        <pc:chgData name="David Eklund" userId="469dde37-312b-48d8-b700-5d03c496f001" providerId="ADAL" clId="{7277D675-2D72-5091-A16A-AF8EBCF9CF4A}" dt="2026-05-06T10:28:10.261" v="1" actId="27636"/>
        <pc:sldMkLst>
          <pc:docMk/>
          <pc:sldMk cId="2568843414" sldId="732"/>
        </pc:sldMkLst>
        <pc:spChg chg="mod">
          <ac:chgData name="David Eklund" userId="469dde37-312b-48d8-b700-5d03c496f001" providerId="ADAL" clId="{7277D675-2D72-5091-A16A-AF8EBCF9CF4A}" dt="2026-05-06T10:28:10.261" v="1" actId="27636"/>
          <ac:spMkLst>
            <pc:docMk/>
            <pc:sldMk cId="2568843414" sldId="732"/>
            <ac:spMk id="3" creationId="{F0B0DF5F-783A-4935-9D22-045F60E8CDC0}"/>
          </ac:spMkLst>
        </pc:spChg>
      </pc:sldChg>
      <pc:sldChg chg="addSp delSp modSp mod">
        <pc:chgData name="David Eklund" userId="469dde37-312b-48d8-b700-5d03c496f001" providerId="ADAL" clId="{7277D675-2D72-5091-A16A-AF8EBCF9CF4A}" dt="2026-05-06T10:35:40.816" v="32" actId="164"/>
        <pc:sldMkLst>
          <pc:docMk/>
          <pc:sldMk cId="3653773697" sldId="736"/>
        </pc:sldMkLst>
        <pc:spChg chg="mod">
          <ac:chgData name="David Eklund" userId="469dde37-312b-48d8-b700-5d03c496f001" providerId="ADAL" clId="{7277D675-2D72-5091-A16A-AF8EBCF9CF4A}" dt="2026-05-06T10:35:19.524" v="30" actId="14100"/>
          <ac:spMkLst>
            <pc:docMk/>
            <pc:sldMk cId="3653773697" sldId="736"/>
            <ac:spMk id="3" creationId="{F35C0A4F-613B-D706-096C-83A31708996C}"/>
          </ac:spMkLst>
        </pc:spChg>
        <pc:spChg chg="mod topLvl">
          <ac:chgData name="David Eklund" userId="469dde37-312b-48d8-b700-5d03c496f001" providerId="ADAL" clId="{7277D675-2D72-5091-A16A-AF8EBCF9CF4A}" dt="2026-05-06T10:35:40.816" v="32" actId="164"/>
          <ac:spMkLst>
            <pc:docMk/>
            <pc:sldMk cId="3653773697" sldId="736"/>
            <ac:spMk id="4" creationId="{AF4C9973-1B05-610B-ECE8-90B386720DCD}"/>
          </ac:spMkLst>
        </pc:spChg>
        <pc:spChg chg="mod topLvl">
          <ac:chgData name="David Eklund" userId="469dde37-312b-48d8-b700-5d03c496f001" providerId="ADAL" clId="{7277D675-2D72-5091-A16A-AF8EBCF9CF4A}" dt="2026-05-06T10:35:40.816" v="32" actId="164"/>
          <ac:spMkLst>
            <pc:docMk/>
            <pc:sldMk cId="3653773697" sldId="736"/>
            <ac:spMk id="7" creationId="{E361B692-D55A-373D-E21B-9BD06AC24DEC}"/>
          </ac:spMkLst>
        </pc:spChg>
        <pc:spChg chg="mod topLvl">
          <ac:chgData name="David Eklund" userId="469dde37-312b-48d8-b700-5d03c496f001" providerId="ADAL" clId="{7277D675-2D72-5091-A16A-AF8EBCF9CF4A}" dt="2026-05-06T10:35:40.816" v="32" actId="164"/>
          <ac:spMkLst>
            <pc:docMk/>
            <pc:sldMk cId="3653773697" sldId="736"/>
            <ac:spMk id="10" creationId="{FC10A479-0EB3-B27E-148F-A97EA3FC3D80}"/>
          </ac:spMkLst>
        </pc:spChg>
        <pc:spChg chg="mod topLvl">
          <ac:chgData name="David Eklund" userId="469dde37-312b-48d8-b700-5d03c496f001" providerId="ADAL" clId="{7277D675-2D72-5091-A16A-AF8EBCF9CF4A}" dt="2026-05-06T10:35:40.816" v="32" actId="164"/>
          <ac:spMkLst>
            <pc:docMk/>
            <pc:sldMk cId="3653773697" sldId="736"/>
            <ac:spMk id="11" creationId="{037E3E5E-4526-2756-EC92-C147A6B62ED5}"/>
          </ac:spMkLst>
        </pc:spChg>
        <pc:spChg chg="mod topLvl">
          <ac:chgData name="David Eklund" userId="469dde37-312b-48d8-b700-5d03c496f001" providerId="ADAL" clId="{7277D675-2D72-5091-A16A-AF8EBCF9CF4A}" dt="2026-05-06T10:35:40.816" v="32" actId="164"/>
          <ac:spMkLst>
            <pc:docMk/>
            <pc:sldMk cId="3653773697" sldId="736"/>
            <ac:spMk id="12" creationId="{DC819B98-7A56-13AD-8126-04D3021746B2}"/>
          </ac:spMkLst>
        </pc:spChg>
        <pc:grpChg chg="add mod">
          <ac:chgData name="David Eklund" userId="469dde37-312b-48d8-b700-5d03c496f001" providerId="ADAL" clId="{7277D675-2D72-5091-A16A-AF8EBCF9CF4A}" dt="2026-05-06T10:35:40.816" v="32" actId="164"/>
          <ac:grpSpMkLst>
            <pc:docMk/>
            <pc:sldMk cId="3653773697" sldId="736"/>
            <ac:grpSpMk id="5" creationId="{2488EF07-CF4C-8CC4-1F43-4DAEECDAD2D6}"/>
          </ac:grpSpMkLst>
        </pc:grpChg>
        <pc:grpChg chg="del mod">
          <ac:chgData name="David Eklund" userId="469dde37-312b-48d8-b700-5d03c496f001" providerId="ADAL" clId="{7277D675-2D72-5091-A16A-AF8EBCF9CF4A}" dt="2026-05-06T10:35:36.367" v="31" actId="165"/>
          <ac:grpSpMkLst>
            <pc:docMk/>
            <pc:sldMk cId="3653773697" sldId="736"/>
            <ac:grpSpMk id="13" creationId="{CD1FF3F5-0B85-375E-7E51-32E47B109F59}"/>
          </ac:grpSpMkLst>
        </pc:gr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7:59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24575,'-1'42'0,"2"-1"0,2 0 0,2 0 0,2-1 0,22 77 0,34 28 0,-7-20 0,-1 18 0,-46-119 0,14 50 0,-4-6 0,98 215 0,-55-168 0,-42-81 0,33 74 0,-31-56 0,31 52 0,6 11 0,-27-53 0,4-1 0,2-2 0,61 72 0,-25-33 0,-41-54 0,2-1 0,2-3 0,2 0 0,2-3 0,77 56 0,-70-60 0,1-2 0,63 29 0,-98-54 0,141 55 0,-95-43 0,1-2 0,0-3 0,1-3 0,0-3 0,76 0 0,-26-6 0,96-4 0,-140-5 0,96-26 0,-109 21 0,9-1 0,0-4 0,-2-3 0,-1-2 0,70-37 0,-100 41 0,49-39 0,-50 34 0,-20 15 0,-1 0 0,0-1 0,0-1 0,-1 1 0,0-2 0,-1 1 0,7-15 0,16-24 0,-1 8 0,17-23 0,-3-1 0,-2-3 0,42-99 0,-23 33 0,-38 88 0,-1-1 0,-2 0 0,23-100 0,-34 120 0,0 0 0,2 1 0,1 0 0,26-46 0,11-24 0,-7-7 0,50-110 0,-1-5 0,-47 105 0,-23 57 0,14-69 0,-5 15 0,-12 46-682,13-104-1,-28 149-6143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9:12.6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9:14.0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9:15.0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9:16.1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9:17.1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9:18.0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9:18.7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9:26.9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9:44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24575,'28'0'0,"-14"-1"0,0 0 0,0 1 0,0 1 0,0 0 0,-1 1 0,1 1 0,0 0 0,-1 1 0,26 10 0,-31-10 0,0 0 0,0 0 0,0 1 0,-1 0 0,0 0 0,0 1 0,0 0 0,0 0 0,-1 1 0,0-1 0,0 1 0,-1 1 0,0-1 0,0 1 0,-1 0 0,0 0 0,-1 0 0,1 1 0,-1-1 0,-1 1 0,0 0 0,0 0 0,0 9 0,3 14 0,-3 0 0,0 0 0,-5 52 0,2-76 0,0 0 0,0 1 0,-1-1 0,0 0 0,-1 0 0,0 0 0,0 0 0,0 0 0,-1-1 0,0 1 0,-1-1 0,0 0 0,0 0 0,0-1 0,-1 1 0,0-1 0,0-1 0,0 1 0,-9 5 0,-4-3 0,12-5 0,22-1 0,0 0 0,1 0 0,0 2 0,-1 0 0,0 1 0,0 0 0,0 1 0,-1 1 0,0 0 0,20 14 0,-29-16 0,0 0 0,-1 0 0,1 1 0,-1-1 0,0 1 0,-1 0 0,1 0 0,-1 1 0,-1-1 0,1 1 0,-1-1 0,0 1 0,-1 0 0,2 13 0,1 11 0,-3 63 0,-1-62 0,-3 49 0,6-80 0,0 0 0,0 0 0,-1 1 0,1-2 0,0 1 0,0 0 0,0-1 0,0 1 0,0-1 0,1 0 0,-1 0 0,3 0 0,6 1 0,1 1 0,0 0 0,-1 2 0,1-1 0,-1 2 0,0-1 0,0 2 0,0 0 0,15 10 0,-21-12 0,-1 1 0,1-1 0,-1 1 0,0 0 0,-1 1 0,1-1 0,-1 1 0,0 0 0,0 0 0,-1 0 0,0 1 0,0-1 0,-1 1 0,1-1 0,-1 1 0,-1 0 0,2 8 0,2 36 0,-1 0 0,-7 91 0,-1-120 0,3-16 0,0 1 0,0-1 0,0 0 0,1 1 0,0 10 0,0-16 0,1 0 0,-1 0 0,0 0 0,0 0 0,1 0 0,-1 0 0,1 0 0,-1 0 0,1 0 0,-1 0 0,1 0 0,0 0 0,-1-1 0,1 1 0,0 0 0,0 0 0,0-1 0,-1 1 0,1 0 0,0-1 0,0 1 0,0-1 0,0 1 0,0-1 0,0 0 0,0 1 0,0-1 0,0 0 0,0 0 0,0 1 0,1-1 0,-1 0 0,0 0 0,0 0 0,0-1 0,0 1 0,0 0 0,1-1 0,47-4 0,107-8 0,-152 13 0,1 0 0,-1 0 0,0 0 0,1 1 0,-1-1 0,0 1 0,0 0 0,1 1 0,-1-1 0,0 1 0,0-1 0,6 5 0,-5-2 0,-2 0 0,1 0 0,0 0 0,-1 1 0,1-1 0,-1 1 0,-1 0 0,1 0 0,3 8 0,3 12 0,-1 1 0,0 0 0,-2 0 0,-1 0 0,1 29 0,-5-48 0,-1 1 0,0-1 0,-1 1 0,0-1 0,0 1 0,-1-1 0,1 0 0,-4 8 0,-1 6 0,6-21 0,-1 0 0,1 1 0,0-1 0,0 0 0,0 0 0,-1 1 0,1-1 0,0 0 0,0 1 0,0-1 0,0 0 0,0 1 0,0-1 0,0 1 0,0-1 0,0 0 0,0 1 0,0-1 0,0 0 0,0 1 0,0-1 0,0 0 0,0 1 0,0-1 0,0 0 0,0 1 0,1-1 0,-1 0 0,0 1 0,0-1 0,0 0 0,1 1 0,-1-1 0,0 0 0,0 0 0,1 1 0,-1-1 0,0 0 0,15-5 0,10-4 0,-12 7 0,-1 1 0,0 1 0,1 0 0,-1 1 0,16 2 0,-24-2 0,0 1 0,0-1 0,0 0 0,0 1 0,0 0 0,0 0 0,-1 0 0,1 1 0,-1-1 0,1 1 0,-1 0 0,0 0 0,0 0 0,0 0 0,-1 1 0,1-1 0,-1 1 0,4 6 0,-4-4 0,0 0 0,0 0 0,0 0 0,0 1 0,-1-1 0,0 0 0,0 10 0,4 24 0,41-49 0,-32 8 0,2-1 0,0 1 0,-1 0 0,1 1 0,0 1 0,30 5 0,-43-5 0,-1 0 0,0 0 0,0 0 0,0 0 0,0 0 0,0 0 0,0 1 0,0-1 0,0 0 0,0 1 0,-1 0 0,1-1 0,-1 1 0,1 0 0,-1 0 0,1 0 0,-1 0 0,1 3 0,7 39 0,-5-13 0,2-37 0,1 0 0,0 0 0,0 1 0,1 0 0,10-6 0,-6 9 0,0 0 0,0 0 0,0 1 0,0 0 0,0 1 0,1 0 0,-1 1 0,0 1 0,0 0 0,19 6 0,-26-7-68,-1 2 0,1-1-1,0 0 1,-1 1 0,1 0 0,-1 0-1,0 0 1,0 0 0,0 1 0,0 0-1,-1 0 1,1 0 0,-1 0 0,0 0-1,-1 1 1,1-1 0,-1 1-1,1 0 1,1 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8:0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24575,'2'28'0,"1"0"0,9 40 0,-1-8 0,37 451 0,-40-356 0,12 173 0,40 151 0,-47-97 0,2 34 0,-3-341 0,26 91 0,-8-48 0,4 87 0,-1-5 0,-23-138 0,-3 0 0,-3 1 0,-5 91 0,3 62 0,7-140 0,2 29 0,-13-14 0,-1-57 0,2-1 0,2 1 0,0-1 0,3 1 0,8 35 0,-12-67 0,1 0 0,0 0 0,0 1 0,0-1 0,0-1 0,0 1 0,0 0 0,1 0 0,-1 0 0,1-1 0,-1 1 0,1-1 0,-1 1 0,1-1 0,0 1 0,0-1 0,0 0 0,0 0 0,0 0 0,0 0 0,0 0 0,0-1 0,4 2 0,4-1 0,0 1 0,0-1 0,-1-1 0,13-1 0,-3 1 0,629-29 0,-448 16 0,144-11 0,418-17 0,1311 41 0,-945 2 0,-328 13 0,-746-13-106,-9-2-314,-1 3 1,77 13-1,-87-7-6406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8:03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24575,'16'14'0,"1"-1"0,0 0 0,1-1 0,0-1 0,33 14 0,5 4 0,74 35 0,3-5 0,161 47 0,-165-61 0,-127-45 0,0 1 0,0 0 0,1-1 0,-1 1 0,0 0 0,0 0 0,0 1 0,0-1 0,0 0 0,0 1 0,0-1 0,-1 1 0,1-1 0,0 1 0,-1 0 0,1 0 0,-1-1 0,0 1 0,0 0 0,0 1 0,0-1 0,2 4 0,-3-3 0,0 0 0,-1 0 0,1 0 0,0 0 0,-1 0 0,0 0 0,0 0 0,0 0 0,0 0 0,0 0 0,0 0 0,-1-1 0,0 1 0,1 0 0,-1-1 0,-4 5 0,-13 15 0,0-2 0,-2 1 0,0-2 0,-1-1 0,-1-1 0,-33 19 0,-160 72 0,159-82 0,40-19-1365,4-2-5461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8:0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24575,'30'18'0,"-1"1"0,-1 1 0,29 27 0,-13-11 0,103 82 0,272 205 0,-396-307-273,-1 2 0,-1 0 0,0 1 0,24 30 0,-32-33-6553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8:06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1 24575,'-1'6'0,"-1"0"0,0-1 0,-1 1 0,1 0 0,-1 0 0,0-1 0,-1 0 0,-3 6 0,-2 2 0,-97 155 0,-42 70 0,117-182 0,4 0 0,-31 86 0,45-90-1365,10-32-5461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8:22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1 609 24575,'4'0'0,"1"-1"0,0 0 0,-1-1 0,1 1 0,-1-1 0,0 1 0,1-1 0,-1-1 0,0 1 0,5-4 0,43-35 0,-37 29 0,5-5 0,-1 0 0,0-1 0,-2-1 0,0-1 0,-1 0 0,-1-1 0,20-38 0,-28 45 0,0 0 0,-1-1 0,-1 0 0,-1 0 0,0-1 0,0 1 0,-2-1 0,0 0 0,0 1 0,-2-1 0,0 0 0,-1 0 0,-5-27 0,5 38 0,-1-1 0,0 0 0,-1 1 0,1 0 0,-1 0 0,0-1 0,0 2 0,-1-1 0,0 0 0,0 1 0,0-1 0,0 1 0,0 0 0,-1 1 0,0-1 0,0 1 0,0 0 0,0 0 0,0 0 0,-1 1 0,1 0 0,-1 0 0,-9-2 0,12 3 0,-1 0 0,1 1 0,-1-1 0,0 1 0,0 0 0,1 0 0,-1 0 0,0 1 0,1-1 0,-1 1 0,0 0 0,1 0 0,-1 0 0,1 0 0,-1 1 0,1-1 0,0 1 0,0 0 0,0 0 0,-1 0 0,2 1 0,-1-1 0,0 1 0,0-1 0,1 1 0,0 0 0,-1 0 0,1 0 0,0 0 0,1 0 0,-1 1 0,0-1 0,1 0 0,0 1 0,0 0 0,0-1 0,-1 8 0,-1 10 0,1 1 0,1 0 0,1 1 0,1-1 0,1 0 0,0 0 0,2-1 0,11 36 0,2-3 0,3-2 0,31 61 0,-37-93-1365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8:24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24575,'0'9'0,"0"0"0,1 0 0,0 0 0,0 0 0,1-1 0,0 1 0,1 0 0,0-1 0,0 1 0,6 8 0,-6-12 0,0 0 0,0-1 0,1 0 0,-1 0 0,1 0 0,0 0 0,1 0 0,-1-1 0,0 1 0,1-1 0,0-1 0,0 1 0,0-1 0,0 1 0,0-1 0,0-1 0,10 3 0,-12-3 0,1 0 0,-1 0 0,1 0 0,0-1 0,0 1 0,-1-1 0,1 0 0,0 0 0,-1 0 0,1-1 0,0 1 0,-1-1 0,1 0 0,0 0 0,-1 0 0,1-1 0,-1 1 0,0-1 0,1 0 0,-1 0 0,0 0 0,0 0 0,0 0 0,-1-1 0,1 1 0,0-1 0,-1 0 0,1 0 0,-1 0 0,0 0 0,0 0 0,-1 0 0,1-1 0,0 1 0,-1 0 0,0-1 0,0 0 0,0 1 0,0-1 0,-1 0 0,1 1 0,-1-1 0,0 0 0,0 1 0,0-1 0,-2-5 0,1 1 0,-1-1 0,0 1 0,0 0 0,-1 0 0,0 0 0,0 0 0,-1 1 0,0-1 0,0 1 0,-9-11 0,10 14 0,1 1 0,-1 0 0,0-1 0,0 1 0,0 0 0,0 0 0,0 1 0,-1-1 0,1 1 0,-1-1 0,0 1 0,0 0 0,0 1 0,0-1 0,0 1 0,0 0 0,0 0 0,0 0 0,-1 0 0,1 1 0,0-1 0,-8 1 0,9 1-105,1 0 0,-1 0 0,1 0 0,-1 1 0,1-1 0,-1 0 0,1 1 0,0 0 0,0-1 0,0 1 0,0 0 0,-3 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8:26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30 24575,'0'-2'0,"-1"0"0,0 0 0,0 1 0,0-1 0,0 1 0,0-1 0,0 1 0,0-1 0,0 1 0,0 0 0,-1-1 0,1 1 0,-1 0 0,1 0 0,-1 0 0,1 0 0,-1 0 0,0 1 0,1-1 0,-1 0 0,0 1 0,0-1 0,1 1 0,-1 0 0,0-1 0,0 1 0,0 0 0,0 0 0,-2 1 0,2-2 0,1 1 0,-1 0 0,1 0 0,0 0 0,-1 0 0,1 0 0,-1 0 0,1 0 0,0 0 0,-1 0 0,1 1 0,-1-1 0,1 1 0,0-1 0,0 1 0,-1-1 0,1 1 0,0 0 0,0 0 0,-1-1 0,1 1 0,0 0 0,0 0 0,0 0 0,0 0 0,1 0 0,-1 1 0,0-1 0,0 0 0,1 0 0,-1 0 0,0 1 0,1-1 0,-1 0 0,1 1 0,0-1 0,-1 1 0,1-1 0,0 0 0,0 1 0,0 1 0,1 3 0,1-1 0,-1 0 0,1 0 0,1 0 0,-1 0 0,1 0 0,-1 0 0,1 0 0,1-1 0,-1 1 0,1-1 0,-1 0 0,1 0 0,0-1 0,1 1 0,-1-1 0,7 4 0,-4-2 0,0 1 0,0 0 0,0 1 0,11 12 0,-17-15 0,1 0 0,0-1 0,-1 1 0,1 0 0,-1 0 0,0 0 0,0 0 0,-1 0 0,1 0 0,-1 0 0,0 0 0,0 0 0,0 0 0,-1 0 0,0 0 0,1 0 0,-4 8 0,4-9 0,-1 0 0,0 0 0,0 0 0,-1-1 0,1 1 0,0 0 0,-1-1 0,0 1 0,0 0 0,1-1 0,-2 0 0,1 1 0,0-1 0,0 0 0,-1 0 0,1 0 0,-1-1 0,1 1 0,-1-1 0,0 1 0,0-1 0,1 0 0,-6 1 0,-87-2-1365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8:2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9 24575,'-30'-4'0,"26"3"0,-1 0 0,1 0 0,0 0 0,-1 1 0,1-1 0,0 1 0,-1 0 0,1 0 0,0 1 0,-1-1 0,1 1 0,0 0 0,-6 2 0,9-1 0,0-1 0,0 1 0,0-1 0,0 1 0,0-1 0,1 1 0,-1 0 0,1-1 0,-1 1 0,1 0 0,0 0 0,0-1 0,-1 1 0,1 0 0,0 0 0,1-1 0,-1 1 0,0 0 0,0-1 0,1 1 0,-1 0 0,1 0 0,0-1 0,-1 1 0,2 1 0,21 42 0,-19-41 0,-1 0 0,1 0 0,0 0 0,1 0 0,-1-1 0,1 1 0,0-1 0,-1 0 0,1-1 0,0 1 0,1-1 0,-1 0 0,8 2 0,-5-2 0,0 1 0,0 1 0,-1-1 0,13 8 0,-17-8 0,-1 0 0,1 0 0,0 0 0,-1 1 0,0-1 0,1 0 0,-1 1 0,-1 0 0,1-1 0,0 1 0,-1 0 0,0 0 0,0 0 0,0 0 0,0 0 0,-1 0 0,0 0 0,0 0 0,0 0 0,0 0 0,0 0 0,-2 4 0,2-3 0,-1 0 0,0 0 0,0 0 0,0-1 0,0 1 0,-1 0 0,0-1 0,0 1 0,0-1 0,-1 0 0,1 0 0,-1 0 0,0 0 0,0 0 0,-1-1 0,1 1 0,-1-1 0,-4 4 0,-6-2-68,0-1 0,1 0 0,-2 0 0,1-2-1,0 0 1,-1 0 0,1-1 0,-1-1 0,-15-2 0,13 2-616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8:3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1 344 24575,'69'2'0,"-37"0"0,0-2 0,0-1 0,0-1 0,41-8 0,-64 7 0,1 1 0,-1-1 0,0-1 0,0 0 0,-1 0 0,1-1 0,-1 0 0,0 0 0,0-1 0,-1 0 0,1 0 0,-1-1 0,-1 0 0,1 0 0,-1 0 0,-1-1 0,1 0 0,7-16 0,-8 14 0,0-1 0,-1 0 0,-1-1 0,1 1 0,-2-1 0,0 1 0,0-1 0,-1 0 0,0 0 0,-1 0 0,-1 0 0,0 0 0,0 1 0,-1-1 0,-5-15 0,7 26 0,0 0 0,-1 1 0,1-1 0,0 0 0,0 1 0,-1-1 0,1 0 0,-1 1 0,1-1 0,0 0 0,-1 1 0,1-1 0,-1 1 0,1-1 0,-1 1 0,0-1 0,1 1 0,-1 0 0,1-1 0,-1 1 0,0 0 0,1-1 0,-1 1 0,0 0 0,0 0 0,1 0 0,-1-1 0,0 1 0,1 0 0,-1 0 0,0 0 0,0 0 0,-1 1 0,0 0 0,0 0 0,0 0 0,1 0 0,-1 0 0,0 0 0,1 0 0,-1 1 0,1-1 0,0 0 0,-3 4 0,-30 50 0,31-51 0,-2 7 0,0 1 0,1-1 0,0 1 0,1 0 0,0 0 0,1 0 0,-1 20 0,4 92 0,2-58 0,-3-55 0,6 141 0,-3-131 0,0-1 0,2 1 0,0-1 0,2 0 0,10 24 0,6 11 0,-3 2 0,19 89 0,-36-137-1365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18:32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24575,'1'0'0,"5"0"0,5-2 0,3 1 0,5-2 0,2 1 0,3 0 0,0 0 0,-1 0 0,-1-1 0,-1-1 0,-2 1 0,0-1 0,-2 1 0,-2 1 0,-3-1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18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0 726 24575,'2'-7'0,"0"0"0,0 1 0,0-1 0,1 1 0,0 0 0,0 0 0,1 0 0,8-11 0,0-1 0,16-27 0,3 1 0,1 2 0,2 1 0,2 1 0,2 2 0,1 2 0,76-53 0,-57 50 0,1 3 0,2 3 0,1 3 0,2 2 0,101-30 0,-121 47-151,1 1-1,1 2 0,0 2 0,0 2 1,0 3-1,0 1 0,0 2 1,51 9-1,-74-6-6674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20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64 24575,'0'-4'0,"0"0"0,0 1 0,-1-1 0,0 0 0,1 0 0,-1 1 0,0-1 0,-1 0 0,1 1 0,-1-1 0,-2-3 0,3 6 0,0-1 0,0 1 0,0 0 0,0 0 0,0 0 0,0 0 0,0 0 0,-1 0 0,1 0 0,0 1 0,-1-1 0,1 0 0,0 1 0,-1-1 0,1 1 0,-1-1 0,1 1 0,-1 0 0,1 0 0,-1-1 0,1 1 0,-1 0 0,1 0 0,-1 1 0,0-1 0,1 0 0,-1 0 0,1 1 0,0-1 0,-1 1 0,-1 0 0,0 1 0,1 0 0,0 0 0,0 0 0,0 1 0,0-1 0,0 0 0,0 1 0,1-1 0,-1 1 0,1-1 0,0 1 0,0 0 0,0 0 0,0 0 0,-1 4 0,-10 46 0,11-48 0,1 0 0,-1 0 0,1 0 0,0 1 0,0-1 0,1 0 0,-1 0 0,1 1 0,1-1 0,-1 0 0,1 0 0,-1 0 0,1 0 0,5 8 0,2-1 0,0 0 0,0-1 0,20 19 0,-18-19 0,-1 0 0,0 1 0,15 21 0,-24-32 0,0 1 0,0-1 0,0 1 0,0 0 0,0-1 0,-1 1 0,1 0 0,-1-1 0,1 1 0,-1 0 0,1 0 0,-1-1 0,0 1 0,0 0 0,0 0 0,0 0 0,0-1 0,-1 1 0,1 0 0,0 0 0,-1 0 0,1-1 0,-1 1 0,0 0 0,-1 2 0,0-1 0,-1-1 0,1 1 0,-1-1 0,0 0 0,1 0 0,-1 0 0,0 0 0,0-1 0,0 1 0,0-1 0,-1 0 0,-5 2 0,-7 1 0,0-1 0,0-1 0,-1-1 0,-23 0 0,-1-8-1365,32 5-5461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20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24575,'2'35'33,"2"0"-1,1-1 0,18 62 1,-13-59-532,-2 0 1,7 67 0,-15-97-6328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21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58 24575,'1'0'0,"4"-1"0,5-2 0,3-1 0,2-1 0,2-1 0,2-1 0,-1 2 0,1-1 0,0 1 0,-1 0 0,-2 1 0,-4 0 0,-3 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23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49 24575,'0'-4'0,"0"0"0,0 1 0,0-1 0,-1 1 0,0-1 0,0 1 0,0-1 0,0 1 0,-3-6 0,4 8 0,0 1 0,-1-1 0,1 1 0,0-1 0,-1 1 0,1-1 0,-1 1 0,1-1 0,-1 1 0,1 0 0,-1-1 0,1 1 0,-1 0 0,1 0 0,-1-1 0,1 1 0,-1 0 0,1 0 0,-1 0 0,0 0 0,1 0 0,-1-1 0,1 1 0,-2 1 0,0-1 0,1 0 0,-1 1 0,1 0 0,-1-1 0,1 1 0,0 0 0,-1 0 0,1 0 0,0 0 0,0 0 0,-1 0 0,1 0 0,-2 3 0,0 1 0,-1 1 0,1-1 0,0 1 0,0 0 0,1 0 0,0 0 0,0 0 0,0 1 0,1-1 0,-1 9 0,0 0 0,1 1 0,0 0 0,2 17 0,0-31 0,0-1 0,0 1 0,0-1 0,1 1 0,-1-1 0,0 0 0,1 1 0,-1-1 0,0 0 0,1 0 0,-1 0 0,1 0 0,0 0 0,-1 0 0,1-1 0,0 1 0,-1 0 0,1-1 0,0 0 0,0 1 0,0-1 0,0 0 0,-1 0 0,1 0 0,0 0 0,3 0 0,54-4 0,-57 3 0,0 1 0,0-1 0,0 0 0,0 0 0,0 0 0,0 0 0,-1 0 0,1 0 0,0 0 0,-1-1 0,1 1 0,0 0 0,-1-1 0,0 0 0,1 1 0,-1-1 0,0 0 0,0 0 0,0 0 0,0 1 0,1-5 0,5-45 0,-6 42 0,-1 9 0,0 0 0,0 0 0,0 0 0,0 0 0,0 0 0,0-1 0,0 1 0,0 0 0,0 0 0,0 0 0,0 0 0,0 0 0,0-1 0,0 1 0,0 0 0,0 0 0,0 0 0,0 0 0,0 0 0,1 0 0,-1 0 0,0-1 0,0 1 0,0 0 0,0 0 0,0 0 0,0 0 0,0 0 0,1 0 0,-1 0 0,0 0 0,0 0 0,0 0 0,0 0 0,0 0 0,0 0 0,1 0 0,-1 0 0,0 0 0,0 0 0,0 0 0,0 0 0,0 0 0,1 0 0,-1 0 0,0 0 0,0 0 0,0 0 0,0 0 0,0 0 0,0 0 0,1 0 0,-1 0 0,0 0 0,0 1 0,12 8 0,14 19 0,-22-23 0,54 52-1365,-52-52-5461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24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24575,'0'8'0,"1"0"0,1 0 0,0-1 0,0 1 0,5 11 0,6 28 0,-11-31 0,1 7 0,-2-40 0,-1 1 0,0 0 0,2 0 0,-1 0 0,2 0 0,0 0 0,10-27 0,-11 39 0,-1 0 0,1 0 0,0 0 0,0 0 0,1 1 0,-1-1 0,1 0 0,-1 1 0,1 0 0,0 0 0,1 0 0,-1 0 0,0 0 0,1 0 0,0 1 0,-1 0 0,1 0 0,0 0 0,0 0 0,0 0 0,0 1 0,1 0 0,-1 0 0,0 0 0,1 0 0,-1 1 0,0-1 0,1 1 0,8 1 0,-7 1-1365,-1-1-5461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25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24575,'2'22'0,"0"-1"0,2 1 0,0 0 0,8 20 0,-5-16 0,-1 0 0,3 29 0,-1 108-1365,-8-155-5461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26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24575,'0'-1'0,"1"0"0,0 1 0,-1-1 0,1 0 0,0 0 0,-1 1 0,1-1 0,0 1 0,0-1 0,-1 1 0,1-1 0,0 1 0,0-1 0,0 1 0,0-1 0,0 1 0,0 0 0,-1 0 0,1 0 0,0-1 0,2 1 0,26-4 0,-25 3 0,35-2-65,59 2 0,-57 1-1170,-33 0-5591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30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 24575,'-2'72'0,"0"-38"0,2 1 0,1 0 0,7 45 0,-5-71 0,0 0 0,0-1 0,1 0 0,0 0 0,0 0 0,1 0 0,0 0 0,11 12 0,55 53 0,-63-66 0,0 0 0,0-1 0,1 0 0,-1-1 0,1 1 0,1-2 0,-1 1 0,1-1 0,-1-1 0,1 0 0,0 0 0,0-1 0,13 2 0,15-1 0,76-2 0,-57-2 0,-36-3-1365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39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24575,'0'12'0,"1"0"0,0 0 0,1-1 0,0 1 0,1 0 0,1-1 0,6 17 0,39-39 0,37-3-1365,-80 14-5461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57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 24575,'-1'16'0,"0"-11"0,0 0 0,1 0 0,-1 0 0,1 0 0,1 0 0,-1 0 0,1-1 0,-1 1 0,2 0 0,0 5 0,18-55 0,-19 45 1,0-1 0,-1 1 0,1-1-1,0 1 1,0-1 0,-1 1 0,1-1-1,0 1 1,0-1 0,-1 1 0,1 0-1,0 0 1,0-1 0,0 1 0,0 0-1,0 0 1,-1 0 0,1 0 0,0 0-1,0 0 1,0 0 0,0 0 0,0 1-1,0-1 1,-1 0 0,1 0 0,0 1 0,0-1-1,0 0 1,-1 1 0,1-1 0,0 1-1,0-1 1,-1 1 0,1-1 0,0 1-1,-1 0 1,1-1 0,0 2 0,20 37-131,-11-19-1136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1:01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24575,'1'59'0,"1"-48"0,1-39 0,-2 27 0,-1 0 0,0 0 0,1 0 0,-1-1 0,1 1 0,0 0 0,-1 0 0,1 1 0,0-1 0,0 0 0,-1 0 0,1 0 0,0 0 0,0 1 0,0-1 0,0 0 0,0 1 0,0-1 0,0 1 0,0-1 0,0 1 0,1-1 0,-1 1 0,0 0 0,0-1 0,0 1 0,0 0 0,1 0 0,-1 0 0,0 0 0,0 0 0,0 0 0,0 1 0,1-1 0,-1 0 0,0 0 0,2 1 0,-2 0 0,1-1 0,0 0 0,-1 1 0,1-1 0,0 1 0,0-1 0,-1 1 0,1 0 0,-1 0 0,1-1 0,-1 1 0,1 0 0,-1 1 0,1-1 0,-1 0 0,0 0 0,0 1 0,0-1 0,0 0 0,0 1 0,0-1 0,0 1 0,0-1 0,0 1 0,-1 0 0,1-1 0,0 4 0,-1-2-136,1 0-1,-1 1 1,1-1-1,0 0 1,-1 0-1,2 0 1,-1 1-1,0-1 0,3 4 1,-1-1-6690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41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24575,'-1'0'0,"-2"0"0,-1 0 0,0 1 0,0 0 0,-1 1 0,-1 0 0,0 0 0,0 0 0,0 1 0,2 0 0,0 1 0,0-1 0,-1 0 0,1 1 0,0-1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42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24575,'1'0'0,"1"1"0,0 0 0,1 2 0,0 0 0,1 0 0,1 1 0,1 0 0,-1 0 0,1 0 0,-1-1 0,-1 0 0,1 0 0,-1 0 0,-1 0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51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24575,'1'1'0,"0"-1"0,0 0 0,0 1 0,0-1 0,0 1 0,0-1 0,0 1 0,0 0 0,-1-1 0,1 1 0,0 0 0,0 0 0,-1 0 0,1-1 0,0 1 0,-1 0 0,1 0 0,-1 0 0,1 0 0,-1 0 0,0 0 0,1 0 0,-1 1 0,10 32 0,-7-22 0,0-5 0,-2-2 0,0 1 0,1-1 0,-1-1 0,1 1 0,0 0 0,1 0 0,-1-1 0,6 8 0,-7-12 0,0-1 0,-1 1 0,1 0 0,0-1 0,0 1 0,-1-1 0,1 1 0,0-1 0,-1 1 0,1-1 0,-1 0 0,1 1 0,0-1 0,-1 0 0,0 1 0,1-1 0,-1 0 0,1 0 0,-1 1 0,0-1 0,1 0 0,-1 0 0,0 0 0,0-1 0,9-28 0,-7 21 0,-2 8 0,1 1 0,0 0 0,-1 0 0,1 0 0,-1-1 0,1 1 0,0 0 0,-1 0 0,1 0 0,-1 0 0,1 0 0,0 0 0,-1 0 0,1 0 0,-1 0 0,1 0 0,0 0 0,-1 1 0,1-1 0,-1 0 0,1 0 0,0 1 0,-1-1 0,1 0 0,-1 1 0,1-1 0,-1 0 0,1 1 0,-1-1 0,0 1 0,1-1 0,-1 1 0,1-1 0,-1 1 0,0-1 0,0 1 0,1 0 0,25 27 0,-21-23 0,13 9 0,-7-16 0,-9-2 0,-1 1 0,1-1 0,-1 1 0,0-1 0,0 1 0,0-1 0,-1 0 0,1-4 0,0 3 0,1-58-1365,-2 57-5461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53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24575,'0'1'0,"0"2"0,1 3 0,1 1 0,-1 0 0,1 0 0,-2 0 0,1 0 0,-1 1 0,0-2 0,0 1 0,0 0 0,0-3 0,0-2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0:53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1:04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41 24575,'1'0'0,"-1"-1"0,1 1 0,-1 0 0,1-1 0,-1 1 0,1-1 0,-1 1 0,1-1 0,-1 1 0,0 0 0,1-1 0,-1 0 0,0 1 0,1-1 0,-1 1 0,0-1 0,0 1 0,1-1 0,-1 0 0,0 1 0,0-1 0,0 1 0,0-1 0,0 0 0,0 1 0,0-1 0,0 0 0,0 1 0,0-1 0,0 1 0,0-1 0,-1-1 0,1 1 0,0 0 0,0 0 0,0 0 0,0 0 0,-1 0 0,1 0 0,0 0 0,-1 0 0,1 0 0,-1 0 0,1 1 0,-1-1 0,1 0 0,-1 0 0,1 0 0,-1 0 0,0 1 0,1-1 0,-1 0 0,0 1 0,0-1 0,0 0 0,-1 0 0,1 1 0,-1 0 0,1 0 0,0 0 0,-1 0 0,1 0 0,0 0 0,-1 0 0,1 0 0,0 0 0,0 1 0,-1-1 0,1 1 0,0-1 0,0 1 0,0-1 0,0 1 0,-1 0 0,1 0 0,0-1 0,0 1 0,0 0 0,0 0 0,1 0 0,-1 0 0,0 0 0,0 0 0,0 0 0,1 0 0,-1 0 0,1 1 0,-1-1 0,1 0 0,-1 0 0,1 1 0,0-1 0,0 0 0,-1 1 0,1-1 0,0 0 0,0 3 0,0 4 0,-1 1 0,1 0 0,1-1 0,-1 1 0,3 8 0,-2-15 4,-1-1 1,1 1-1,0-1 0,0 1 0,0-1 0,1 1 0,-1-1 0,0 0 0,0 0 1,1 0-1,-1 0 0,1 0 0,-1 0 0,1 0 0,-1 0 0,1 0 0,0-1 1,-1 1-1,1-1 0,0 1 0,-1-1 0,1 1 0,0-1 0,0 0 0,0 0 1,-1 0-1,1 0 0,3-1 0,-3 1-50,-1 0-1,1 0 1,0 0-1,-1 0 1,1 0 0,0 0-1,-1-1 1,1 1-1,-1 0 1,1-1 0,0 0-1,-1 1 1,1-1-1,-1 0 1,0 0-1,1 0 1,-1 0 0,0 0-1,1 0 1,-1 0-1,0 0 1,0-1 0,0 1-1,0 0 1,0-1-1,0 1 1,0-1 0,0 1-1,-1-1 1,1 1-1,0-3 1,-1-1-6780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1:06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24575,'1'5'0,"-1"-1"0,1 0 0,0 1 0,1-1 0,-1 0 0,0 1 0,1-1 0,0 0 0,4 6 0,-4-7 0,1 1 0,-1 0 0,0 1 0,-1-1 0,1 0 0,-1 1 0,0-1 0,0 0 0,1 7 0,-3-25-120,3-39 373,-2 51-301,0 1 0,1-1-1,-1 1 1,1-1 0,-1 1-1,1 0 1,-1-1 0,1 1-1,0 0 1,0-1 0,-1 1-1,1 0 1,0 0 0,0 0-1,1 0 1,-1-1 0,0 2-1,0-1 1,0 0 0,1 0-1,-1 0 1,0 1 0,1-1-1,-1 0 1,0 1 0,1-1-1,-1 1 1,1 0 0,-1-1-1,4 1 1,2 0-6778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1:07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24575,'6'192'-1365,"-6"-186"-5461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1:07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4:45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2610 1789 24575,'-46'-5'0,"0"-2"0,0-2 0,1-4 0,-49-21 0,-7-1 0,-209-79 0,186 64 0,-189-111 0,188 79 0,-212-189 0,136 101 0,89 84 0,37 30 0,1-4 0,-102-111 0,43 0 0,88 108 0,-2 3 0,-77-76 0,96 108-1365,21 22-5461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1:44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3540 24575,'148'1'0,"275"-13"0,-360 7 0,0-4 0,-1-4 0,0-3 0,0-4 0,100-51 0,-78 20 0,-1-4 0,-3-5 0,-2-5 0,96-102 0,-120 109 0,90-95 0,244-335 0,-356 435 0,-2-1 0,-2-1 0,38-102 0,48-190 0,27-188 0,-121 469 0,3 1 0,2 2 0,2 1 0,2 1 0,46-72 0,-21 47 0,4 3 0,110-122 0,-139 175 0,1 1 0,1 2 0,0 2 0,2 2 0,0 1 0,1 3 0,55-21 0,-36 22 0,1 4 0,0 3 0,1 3 0,79 2 0,245 24 0,-318-10 0,0 4 0,-1 3 0,0 4 0,67 33 0,-109-42 0,0 2 0,0 1 0,-1 1 0,0 1 0,-1 1 0,0 1 0,-1 1 0,0 0 0,-1 2 0,-1 0 0,0 1 0,-1 1 0,-1 0 0,-1 1 0,0 0 0,8 30 0,10 40 0,-4 1 0,31 192 0,-46-228 0,21 225 0,-23-188 0,19 114 0,-4-85 0,67 333 0,-64-353 0,2-1 0,50 125 0,-50-169 0,2-1 0,1-2 0,3-2 0,1-2 0,66 78 0,-64-91 0,1-2 0,1-2 0,2-2 0,0-2 0,75 40 0,231 87 0,-264-124 0,-61-25 0,361 141 0,-273-114 0,172 24 0,-233-53 0,575 64 0,-550-63 0,67 4 0,-125-12 0,-1-1 0,1-1 0,-1-1 0,0 0 0,1-1 0,-1-1 0,15-8 0,-4-11-1365,-20 15-5461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2:14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24575,'-11'110'0,"6"-80"0,5-29 0,1 0 0,-1-1 0,0 1 0,1 0 0,-1-1 0,1 1 0,-1-1 0,1 1 0,-1-1 0,1 1 0,-1-1 0,1 1 0,-1-1 0,1 0 0,-1 1 0,1-1 0,0 0 0,-1 0 0,1 1 0,-1-1 0,1 0 0,0 0 0,-1 0 0,1 0 0,-1 0 0,1 0 0,0 0 0,-1-1 0,1 1 0,-1 0 0,1 0 0,0-1 0,-1 1 0,1 0 0,-1-1 0,1 1 0,-1-1 0,1 1 0,-1 0 0,1-1 0,-1 0 0,1 1 0,-1-2 0,39-20 0,-34 19 0,20-13 0,0 2 0,1 0 0,1 3 0,0 0 0,0 3 0,34-6 0,-60 14 0,0 1 0,1-1 0,-1 0 0,0 1 0,0-1 0,1 1 0,-1 0 0,0 0 0,0-1 0,1 1 0,-1 0 0,0 0 0,0 0 0,0 1 0,0-1 0,0 0 0,0 0 0,0 1 0,-1-1 0,1 1 0,0-1 0,-1 1 0,1-1 0,0 1 0,0 2 0,16 58 0,-2-8 0,-13-50 0,-1 0 0,1 0 0,0 0 0,0 0 0,1-1 0,-1 1 0,0-1 0,1 0 0,-1 0 0,1 0 0,0 0 0,0-1 0,0 1 0,0-1 0,0 0 0,6 2 0,-4-4 0,-1-1 0,0 0 0,1-1 0,-1 1 0,0-1 0,1 0 0,-1 0 0,0-1 0,0 0 0,-1 0 0,1 0 0,6-7 0,18-17 0,-20 18 0,1 0 0,0 1 0,-1 0 0,2 1 0,-1 0 0,1 1 0,-1 1 0,1 0 0,11-4 0,-18 10 0,-1-1 0,1 1 0,-1 0 0,0 0 0,1 0 0,-1 1 0,0-1 0,1 1 0,-1 0 0,0-1 0,0 1 0,0 0 0,0 1 0,-1-1 0,1 0 0,0 1 0,2 5 0,33 61 0,-19-34 0,3 2 0,-14-21 0,2-1 0,-1 0 0,1-1 0,1 0 0,0-1 0,1 0 0,-1-1 0,14 10 0,-23-22 0,0 0 0,0 0 0,0 0 0,0 0 0,0-1 0,0 1 0,0 0 0,0-1 0,0 1 0,0-1 0,0 1 0,0-1 0,0 0 0,0 0 0,0 1 0,0-1 0,0 0 0,-1 0 0,1 0 0,0 0 0,0 0 0,-1 0 0,1-1 0,-1 1 0,1 0 0,-1 0 0,1-1 0,0-1 0,22-55 0,-13 30 0,-9 26 0,3-7 0,0 1 0,1-1 0,-1 1 0,1 0 0,0 1 0,1-1 0,11-12 0,-14 19 0,0 0 0,0-1 0,0 1 0,0 1 0,0-1 0,0 1 0,0-1 0,0 1 0,-1 0 0,1 1 0,0-1 0,0 1 0,0-1 0,0 1 0,0 0 0,0 0 0,0 1 0,-1-1 0,1 1 0,0 0 0,-1 0 0,1 0 0,3 4 0,56 56 0,-50-48 0,1 0 0,-1-2 0,2 0 0,-1-1 0,17 9 0,-29-20 0,0 0 0,1-1 0,-1 1 0,0-1 0,0 1 0,0-1 0,1 0 0,-1 0 0,0 0 0,0 0 0,0 0 0,0 0 0,0 0 0,0 0 0,0 0 0,0-1 0,0 1 0,-1 0 0,1-1 0,0 1 0,-1-1 0,2-1 0,20-46 0,-17 38 0,17-42 0,-18 39 0,1 0 0,1 1 0,-1 0 0,2 0 0,-1 1 0,1 0 0,1 0 0,11-13 0,-18 25 0,1-1 0,-1 0 0,1 1 0,-1-1 0,1 1 0,-1 0 0,1-1 0,0 1 0,-1 0 0,1 0 0,-1 1 0,1-1 0,-1 0 0,1 1 0,0-1 0,-1 1 0,1 0 0,-1 0 0,0-1 0,1 1 0,-1 0 0,1 1 0,-1-1 0,0 0 0,2 2 0,38 45 0,-26-28 0,21 24 0,-26-28 0,2-1 0,0-1 0,0-1 0,0 0 0,2-1 0,-1 0 0,22 12 0,-32-24 0,0 0 0,-1 0 0,1 0 0,0-1 0,-1 0 0,1 0 0,-1 0 0,1 0 0,-1 0 0,1-1 0,-1 1 0,0-1 0,0 0 0,1 0 0,-1 0 0,0 0 0,0-1 0,0 1 0,2-5 0,44-63 0,-39 55 0,0 2-1365,-3 2-5461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4:24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24575,'34'4'0,"0"1"0,0 3 0,62 24 0,0 0 0,921 236 0,-765-200 0,480 105 0,1226 10 0,-1742-182 0,352-7 0,-8-60 0,-172-33 0,-161 37 0,-18 7 0,320-74 0,-446 112 0,-1-3 0,-1-6 0,114-56 0,-131 57 26,-53 23-181,-1-1 1,1-1-1,-1 0 1,0-1-1,0-1 1,0 1-1,0-2 1,12-11-1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4:28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24575,'25'2'0,"1"2"0,-1 0 0,29 12 0,5 0 0,1093 277 0,-1120-284 0,165 47 0,363 39 0,555-80 0,-1006-26 0,-1-7 0,145-50 0,-231 56-1365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4:30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24575,'32'5'0,"-1"1"0,1 2 0,-1 2 0,0 2 0,-1 2 0,37 23 0,27 10 0,80 23 0,335 72 0,190-38 0,-99-96 0,-558-9 0,0-3 0,-1-2 0,0-2 0,0-3 0,0-2 0,-1-2 0,52-30 0,-5-27-1365,-78 65-5461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4:31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24575,'30'3'0,"0"2"0,0 1 0,40 16 0,10 2 0,1099 224 0,-1038-233 0,226-12 0,-165-8 0,-165 2 0,0-1 0,0-3 0,-1-3 0,38-15 0,-6-9-1365,-62 29-5461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4:49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24575,'15'3'0,"-1"1"0,1 0 0,-1 2 0,0 0 0,0 1 0,0 1 0,16 14 0,18 7 0,113 44 0,2-10 0,257 55 0,-216-66 0,32-5 0,416 12 0,-550-54 0,123 6 0,962 30 0,-45-41 0,-1067-7 0,-1-4 0,0-5 0,0-4 0,-1-4 0,71-37 0,-82 31-1365,-55 26-5461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4:55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24575,'10'2'0,"-1"0"0,1 1 0,-1 0 0,0 1 0,0 1 0,12 7 0,29 13 0,125 21 0,0-11 0,227 7 0,-52-18 0,-26-1 0,-220-21 0,-27 0 0,0-3 0,80-17 0,-142 14 34,0-2-1,-1 0 1,27-17-1,27-12-1532,-59 32-5327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9T08:26:48.5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1355-02B1-4D75-B3F7-AA9718A1DBF8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14AFF-3027-446D-95D2-9115F0290D5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4074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-lju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9652000" cy="6858000"/>
          </a:xfrm>
          <a:noFill/>
        </p:spPr>
        <p:txBody>
          <a:bodyPr lIns="152400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933" b="0">
                <a:solidFill>
                  <a:srgbClr val="DF2351"/>
                </a:solidFill>
                <a:latin typeface="+mj-lt"/>
              </a:defRPr>
            </a:lvl1pPr>
            <a:lvl2pPr marL="0" indent="0">
              <a:spcBef>
                <a:spcPts val="1333"/>
              </a:spcBef>
              <a:buNone/>
              <a:defRPr b="1">
                <a:solidFill>
                  <a:srgbClr val="DF2351"/>
                </a:solidFill>
              </a:defRPr>
            </a:lvl2pPr>
            <a:lvl3pPr marL="0" indent="0">
              <a:spcBef>
                <a:spcPts val="1333"/>
              </a:spcBef>
              <a:buNone/>
              <a:defRPr sz="2400" b="1">
                <a:solidFill>
                  <a:srgbClr val="DF2351"/>
                </a:solidFill>
              </a:defRPr>
            </a:lvl3pPr>
            <a:lvl4pPr marL="0" indent="0">
              <a:spcBef>
                <a:spcPts val="2133"/>
              </a:spcBef>
              <a:buNone/>
              <a:defRPr sz="1867" b="0">
                <a:solidFill>
                  <a:srgbClr val="DF2351"/>
                </a:solidFill>
              </a:defRPr>
            </a:lvl4pPr>
            <a:lvl5pPr marL="0" indent="0">
              <a:spcBef>
                <a:spcPts val="1333"/>
              </a:spcBef>
              <a:buNone/>
              <a:defRPr sz="1333" b="0">
                <a:solidFill>
                  <a:srgbClr val="DF2351"/>
                </a:solidFill>
              </a:defRPr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10871200" y="482599"/>
            <a:ext cx="914400" cy="1175919"/>
          </a:xfrm>
          <a:blipFill rotWithShape="1"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5117168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-mö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9652000" cy="6858000"/>
          </a:xfrm>
          <a:noFill/>
        </p:spPr>
        <p:txBody>
          <a:bodyPr lIns="152400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933" b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1333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>
              <a:spcBef>
                <a:spcPts val="1333"/>
              </a:spcBef>
              <a:buNone/>
              <a:defRPr sz="2400" b="1">
                <a:solidFill>
                  <a:schemeClr val="bg1"/>
                </a:solidFill>
              </a:defRPr>
            </a:lvl3pPr>
            <a:lvl4pPr marL="0" indent="0">
              <a:spcBef>
                <a:spcPts val="2133"/>
              </a:spcBef>
              <a:buNone/>
              <a:defRPr sz="1867" b="0">
                <a:solidFill>
                  <a:schemeClr val="bg1"/>
                </a:solidFill>
              </a:defRPr>
            </a:lvl4pPr>
            <a:lvl5pPr marL="0" indent="0">
              <a:spcBef>
                <a:spcPts val="1333"/>
              </a:spcBef>
              <a:buNone/>
              <a:defRPr sz="1333" b="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10871200" y="482599"/>
            <a:ext cx="914400" cy="1175919"/>
          </a:xfr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91451011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+bild-lju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5276427" cy="6858000"/>
          </a:xfrm>
          <a:noFill/>
        </p:spPr>
        <p:txBody>
          <a:bodyPr lIns="76200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600" b="0">
                <a:solidFill>
                  <a:srgbClr val="DF2351"/>
                </a:solidFill>
                <a:latin typeface="+mj-lt"/>
              </a:defRPr>
            </a:lvl1pPr>
            <a:lvl2pPr marL="0" indent="0">
              <a:spcBef>
                <a:spcPts val="1333"/>
              </a:spcBef>
              <a:buNone/>
              <a:defRPr b="1">
                <a:solidFill>
                  <a:srgbClr val="DF2351"/>
                </a:solidFill>
              </a:defRPr>
            </a:lvl2pPr>
            <a:lvl3pPr marL="0" indent="0">
              <a:spcBef>
                <a:spcPts val="1333"/>
              </a:spcBef>
              <a:buNone/>
              <a:defRPr sz="2400" b="1">
                <a:solidFill>
                  <a:srgbClr val="DF2351"/>
                </a:solidFill>
              </a:defRPr>
            </a:lvl3pPr>
            <a:lvl4pPr marL="0" indent="0">
              <a:spcBef>
                <a:spcPts val="2133"/>
              </a:spcBef>
              <a:buNone/>
              <a:defRPr sz="1867" b="0">
                <a:solidFill>
                  <a:srgbClr val="DF2351"/>
                </a:solidFill>
              </a:defRPr>
            </a:lvl4pPr>
            <a:lvl5pPr marL="0" indent="0">
              <a:spcBef>
                <a:spcPts val="1333"/>
              </a:spcBef>
              <a:buNone/>
              <a:defRPr sz="1333" b="0">
                <a:solidFill>
                  <a:srgbClr val="DF2351"/>
                </a:solidFill>
              </a:defRPr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10871200" y="482599"/>
            <a:ext cx="914400" cy="1175919"/>
          </a:xfr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62400163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+bild-mö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5276427" cy="6858000"/>
          </a:xfrm>
          <a:noFill/>
        </p:spPr>
        <p:txBody>
          <a:bodyPr lIns="76200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600" b="0">
                <a:solidFill>
                  <a:srgbClr val="FFFFFF"/>
                </a:solidFill>
                <a:latin typeface="+mj-lt"/>
              </a:defRPr>
            </a:lvl1pPr>
            <a:lvl2pPr marL="0" indent="0">
              <a:spcBef>
                <a:spcPts val="1333"/>
              </a:spcBef>
              <a:buNone/>
              <a:defRPr b="1">
                <a:solidFill>
                  <a:srgbClr val="FFFFFF"/>
                </a:solidFill>
              </a:defRPr>
            </a:lvl2pPr>
            <a:lvl3pPr marL="0" indent="0">
              <a:spcBef>
                <a:spcPts val="1333"/>
              </a:spcBef>
              <a:buNone/>
              <a:defRPr sz="2400" b="1">
                <a:solidFill>
                  <a:srgbClr val="FFFFFF"/>
                </a:solidFill>
              </a:defRPr>
            </a:lvl3pPr>
            <a:lvl4pPr marL="0" indent="0">
              <a:spcBef>
                <a:spcPts val="2133"/>
              </a:spcBef>
              <a:buNone/>
              <a:defRPr sz="1867" b="0">
                <a:solidFill>
                  <a:srgbClr val="FFFFFF"/>
                </a:solidFill>
              </a:defRPr>
            </a:lvl4pPr>
            <a:lvl5pPr marL="0" indent="0">
              <a:spcBef>
                <a:spcPts val="1333"/>
              </a:spcBef>
              <a:buNone/>
              <a:defRPr sz="1333" b="0">
                <a:solidFill>
                  <a:srgbClr val="FFFFFF"/>
                </a:solidFill>
              </a:defRPr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10871200" y="482599"/>
            <a:ext cx="914400" cy="1175919"/>
          </a:xfr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98811531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, lj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 noProof="0"/>
              <a:t>Addera rubrik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  <a:p>
            <a:pPr lvl="0"/>
            <a:endParaRPr lang="sv-SE" noProof="0"/>
          </a:p>
          <a:p>
            <a:pPr lvl="0"/>
            <a:endParaRPr lang="sv-SE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6455618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ljus, 2-sp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 noProof="0"/>
              <a:t>Addera rubrik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354667" y="2438400"/>
            <a:ext cx="4402667" cy="3302000"/>
          </a:xfrm>
        </p:spPr>
        <p:txBody>
          <a:bodyPr/>
          <a:lstStyle>
            <a:lvl1pPr>
              <a:spcBef>
                <a:spcPts val="1333"/>
              </a:spcBef>
              <a:defRPr sz="1867"/>
            </a:lvl1pPr>
            <a:lvl2pPr>
              <a:spcBef>
                <a:spcPts val="1333"/>
              </a:spcBef>
              <a:defRPr sz="1867"/>
            </a:lvl2pPr>
            <a:lvl3pPr>
              <a:spcBef>
                <a:spcPts val="1333"/>
              </a:spcBef>
              <a:defRPr sz="1600"/>
            </a:lvl3pPr>
            <a:lvl4pPr>
              <a:spcBef>
                <a:spcPts val="1333"/>
              </a:spcBef>
              <a:defRPr sz="1600"/>
            </a:lvl4pPr>
            <a:lvl5pPr>
              <a:spcBef>
                <a:spcPts val="1333"/>
              </a:spcBef>
              <a:defRPr/>
            </a:lvl5pPr>
          </a:lstStyle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  <a:p>
            <a:pPr lvl="0"/>
            <a:endParaRPr lang="sv-SE" noProof="0"/>
          </a:p>
          <a:p>
            <a:pPr lvl="0"/>
            <a:endParaRPr lang="sv-SE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434667" y="2438400"/>
            <a:ext cx="4402667" cy="3302000"/>
          </a:xfrm>
        </p:spPr>
        <p:txBody>
          <a:bodyPr/>
          <a:lstStyle>
            <a:lvl1pPr>
              <a:spcBef>
                <a:spcPts val="1333"/>
              </a:spcBef>
              <a:defRPr sz="1867"/>
            </a:lvl1pPr>
            <a:lvl2pPr>
              <a:spcBef>
                <a:spcPts val="1333"/>
              </a:spcBef>
              <a:defRPr sz="1867"/>
            </a:lvl2pPr>
            <a:lvl3pPr>
              <a:spcBef>
                <a:spcPts val="1333"/>
              </a:spcBef>
              <a:defRPr sz="1600"/>
            </a:lvl3pPr>
            <a:lvl4pPr>
              <a:spcBef>
                <a:spcPts val="1333"/>
              </a:spcBef>
              <a:defRPr sz="1600"/>
            </a:lvl4pPr>
            <a:lvl5pPr>
              <a:spcBef>
                <a:spcPts val="1333"/>
              </a:spcBef>
              <a:defRPr/>
            </a:lvl5pPr>
          </a:lstStyle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  <a:p>
            <a:pPr lvl="0"/>
            <a:endParaRPr lang="sv-SE" noProof="0"/>
          </a:p>
          <a:p>
            <a:pPr lvl="0"/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402970859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, mö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 noProof="0"/>
              <a:t>Addera rubrik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  <a:p>
            <a:pPr lvl="0"/>
            <a:endParaRPr lang="sv-SE" noProof="0"/>
          </a:p>
          <a:p>
            <a:pPr lvl="0"/>
            <a:endParaRPr lang="sv-SE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11417603" y="5911529"/>
            <a:ext cx="542460" cy="697604"/>
          </a:xfr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79942913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med bild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6000" y="1016000"/>
            <a:ext cx="4064000" cy="14224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sv-SE" noProof="0"/>
              <a:t>Addera rubrik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16000" y="2667000"/>
            <a:ext cx="4064000" cy="3073400"/>
          </a:xfrm>
        </p:spPr>
        <p:txBody>
          <a:bodyPr/>
          <a:lstStyle>
            <a:lvl1pPr>
              <a:spcBef>
                <a:spcPts val="1067"/>
              </a:spcBef>
              <a:defRPr sz="2133"/>
            </a:lvl1pPr>
            <a:lvl2pPr>
              <a:spcBef>
                <a:spcPts val="1067"/>
              </a:spcBef>
              <a:defRPr sz="2133"/>
            </a:lvl2pPr>
            <a:lvl3pPr>
              <a:spcBef>
                <a:spcPts val="1067"/>
              </a:spcBef>
              <a:defRPr sz="1867"/>
            </a:lvl3pPr>
            <a:lvl4pPr>
              <a:spcBef>
                <a:spcPts val="1067"/>
              </a:spcBef>
              <a:defRPr sz="1867"/>
            </a:lvl4pPr>
            <a:lvl5pPr>
              <a:spcBef>
                <a:spcPts val="1067"/>
              </a:spcBef>
              <a:defRPr sz="1600"/>
            </a:lvl5pPr>
          </a:lstStyle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  <a:p>
            <a:pPr lvl="0"/>
            <a:endParaRPr lang="sv-SE" noProof="0"/>
          </a:p>
          <a:p>
            <a:pPr lvl="0"/>
            <a:endParaRPr lang="sv-SE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11417603" y="5911529"/>
            <a:ext cx="542460" cy="697604"/>
          </a:xfr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74315421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ed bild vä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2000" y="1016000"/>
            <a:ext cx="4064000" cy="14224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sv-SE" noProof="0"/>
              <a:t>Addera rubrik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  <p:sp>
        <p:nvSpPr>
          <p:cNvPr id="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7112000" y="2667000"/>
            <a:ext cx="4064000" cy="3073400"/>
          </a:xfrm>
        </p:spPr>
        <p:txBody>
          <a:bodyPr/>
          <a:lstStyle>
            <a:lvl1pPr>
              <a:spcBef>
                <a:spcPts val="1067"/>
              </a:spcBef>
              <a:defRPr sz="2133"/>
            </a:lvl1pPr>
            <a:lvl2pPr>
              <a:spcBef>
                <a:spcPts val="1067"/>
              </a:spcBef>
              <a:defRPr sz="2133"/>
            </a:lvl2pPr>
            <a:lvl3pPr>
              <a:spcBef>
                <a:spcPts val="1067"/>
              </a:spcBef>
              <a:defRPr sz="1867"/>
            </a:lvl3pPr>
            <a:lvl4pPr>
              <a:spcBef>
                <a:spcPts val="1067"/>
              </a:spcBef>
              <a:defRPr sz="1867"/>
            </a:lvl4pPr>
            <a:lvl5pPr>
              <a:spcBef>
                <a:spcPts val="1067"/>
              </a:spcBef>
              <a:defRPr sz="1600"/>
            </a:lvl5pPr>
          </a:lstStyle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  <a:p>
            <a:pPr lvl="0"/>
            <a:endParaRPr lang="sv-SE" noProof="0"/>
          </a:p>
          <a:p>
            <a:pPr lvl="0"/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51522782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ed graf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6000" y="1016000"/>
            <a:ext cx="3048000" cy="10414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sv-SE" noProof="0"/>
              <a:t>Addera rubrik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16000" y="2286000"/>
            <a:ext cx="3048000" cy="3454400"/>
          </a:xfrm>
        </p:spPr>
        <p:txBody>
          <a:bodyPr/>
          <a:lstStyle>
            <a:lvl1pPr>
              <a:lnSpc>
                <a:spcPct val="110000"/>
              </a:lnSpc>
              <a:spcBef>
                <a:spcPts val="1067"/>
              </a:spcBef>
              <a:defRPr sz="1867"/>
            </a:lvl1pPr>
            <a:lvl2pPr>
              <a:lnSpc>
                <a:spcPct val="110000"/>
              </a:lnSpc>
              <a:spcBef>
                <a:spcPts val="1067"/>
              </a:spcBef>
              <a:defRPr sz="1867"/>
            </a:lvl2pPr>
            <a:lvl3pPr>
              <a:lnSpc>
                <a:spcPct val="110000"/>
              </a:lnSpc>
              <a:spcBef>
                <a:spcPts val="1067"/>
              </a:spcBef>
              <a:defRPr sz="1600"/>
            </a:lvl3pPr>
            <a:lvl4pPr>
              <a:lnSpc>
                <a:spcPct val="110000"/>
              </a:lnSpc>
              <a:spcBef>
                <a:spcPts val="1067"/>
              </a:spcBef>
              <a:defRPr sz="1600"/>
            </a:lvl4pPr>
            <a:lvl5pPr>
              <a:lnSpc>
                <a:spcPct val="110000"/>
              </a:lnSpc>
              <a:spcBef>
                <a:spcPts val="1067"/>
              </a:spcBef>
              <a:defRPr sz="1333"/>
            </a:lvl5pPr>
          </a:lstStyle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  <a:p>
            <a:pPr lvl="0"/>
            <a:endParaRPr lang="sv-SE" noProof="0"/>
          </a:p>
          <a:p>
            <a:pPr lvl="0"/>
            <a:endParaRPr lang="sv-SE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5080000" y="1016000"/>
            <a:ext cx="6096000" cy="4724400"/>
          </a:xfrm>
        </p:spPr>
        <p:txBody>
          <a:bodyPr/>
          <a:lstStyle>
            <a:lvl1pPr>
              <a:lnSpc>
                <a:spcPct val="110000"/>
              </a:lnSpc>
              <a:spcBef>
                <a:spcPts val="1600"/>
              </a:spcBef>
              <a:defRPr/>
            </a:lvl1pPr>
            <a:lvl2pPr>
              <a:lnSpc>
                <a:spcPct val="110000"/>
              </a:lnSpc>
              <a:spcBef>
                <a:spcPts val="1600"/>
              </a:spcBef>
              <a:defRPr/>
            </a:lvl2pPr>
            <a:lvl3pPr>
              <a:lnSpc>
                <a:spcPct val="110000"/>
              </a:lnSpc>
              <a:spcBef>
                <a:spcPts val="1600"/>
              </a:spcBef>
              <a:defRPr/>
            </a:lvl3pPr>
            <a:lvl4pPr>
              <a:lnSpc>
                <a:spcPct val="110000"/>
              </a:lnSpc>
              <a:spcBef>
                <a:spcPts val="1600"/>
              </a:spcBef>
              <a:defRPr/>
            </a:lvl4pPr>
            <a:lvl5pPr>
              <a:lnSpc>
                <a:spcPct val="110000"/>
              </a:lnSpc>
              <a:spcBef>
                <a:spcPts val="1600"/>
              </a:spcBef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39893659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ed graf vä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000" y="1016000"/>
            <a:ext cx="3048000" cy="10414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sv-SE" noProof="0"/>
              <a:t>Addera rubrik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128000" y="2286000"/>
            <a:ext cx="3048000" cy="3454400"/>
          </a:xfrm>
        </p:spPr>
        <p:txBody>
          <a:bodyPr/>
          <a:lstStyle>
            <a:lvl1pPr>
              <a:lnSpc>
                <a:spcPct val="110000"/>
              </a:lnSpc>
              <a:spcBef>
                <a:spcPts val="1067"/>
              </a:spcBef>
              <a:defRPr sz="1867"/>
            </a:lvl1pPr>
            <a:lvl2pPr>
              <a:lnSpc>
                <a:spcPct val="110000"/>
              </a:lnSpc>
              <a:spcBef>
                <a:spcPts val="1067"/>
              </a:spcBef>
              <a:defRPr sz="1867"/>
            </a:lvl2pPr>
            <a:lvl3pPr>
              <a:lnSpc>
                <a:spcPct val="110000"/>
              </a:lnSpc>
              <a:spcBef>
                <a:spcPts val="1067"/>
              </a:spcBef>
              <a:defRPr sz="1600"/>
            </a:lvl3pPr>
            <a:lvl4pPr>
              <a:lnSpc>
                <a:spcPct val="110000"/>
              </a:lnSpc>
              <a:spcBef>
                <a:spcPts val="1067"/>
              </a:spcBef>
              <a:defRPr sz="1600"/>
            </a:lvl4pPr>
            <a:lvl5pPr>
              <a:lnSpc>
                <a:spcPct val="110000"/>
              </a:lnSpc>
              <a:spcBef>
                <a:spcPts val="1067"/>
              </a:spcBef>
              <a:defRPr sz="1333"/>
            </a:lvl5pPr>
          </a:lstStyle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  <a:p>
            <a:pPr lvl="0"/>
            <a:endParaRPr lang="sv-SE" noProof="0"/>
          </a:p>
          <a:p>
            <a:pPr lvl="0"/>
            <a:endParaRPr lang="sv-SE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1016000" y="1016000"/>
            <a:ext cx="6096000" cy="4724400"/>
          </a:xfrm>
        </p:spPr>
        <p:txBody>
          <a:bodyPr/>
          <a:lstStyle>
            <a:lvl1pPr>
              <a:lnSpc>
                <a:spcPct val="110000"/>
              </a:lnSpc>
              <a:spcBef>
                <a:spcPts val="1600"/>
              </a:spcBef>
              <a:defRPr/>
            </a:lvl1pPr>
            <a:lvl2pPr>
              <a:lnSpc>
                <a:spcPct val="110000"/>
              </a:lnSpc>
              <a:spcBef>
                <a:spcPts val="1600"/>
              </a:spcBef>
              <a:defRPr/>
            </a:lvl2pPr>
            <a:lvl3pPr>
              <a:lnSpc>
                <a:spcPct val="110000"/>
              </a:lnSpc>
              <a:spcBef>
                <a:spcPts val="1600"/>
              </a:spcBef>
              <a:defRPr/>
            </a:lvl3pPr>
            <a:lvl4pPr>
              <a:lnSpc>
                <a:spcPct val="110000"/>
              </a:lnSpc>
              <a:spcBef>
                <a:spcPts val="1600"/>
              </a:spcBef>
              <a:defRPr/>
            </a:lvl4pPr>
            <a:lvl5pPr>
              <a:lnSpc>
                <a:spcPct val="110000"/>
              </a:lnSpc>
              <a:spcBef>
                <a:spcPts val="1600"/>
              </a:spcBef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414142641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, lju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1354667" y="1016000"/>
            <a:ext cx="9482667" cy="4826000"/>
          </a:xfrm>
        </p:spPr>
        <p:txBody>
          <a:bodyPr bIns="0" anchor="ctr" anchorCtr="0"/>
          <a:lstStyle>
            <a:lvl1pPr marL="0" indent="0" algn="l">
              <a:lnSpc>
                <a:spcPct val="80000"/>
              </a:lnSpc>
              <a:spcBef>
                <a:spcPts val="1067"/>
              </a:spcBef>
              <a:buNone/>
              <a:defRPr sz="8000" b="0">
                <a:solidFill>
                  <a:schemeClr val="accent2"/>
                </a:solidFill>
                <a:latin typeface="+mj-lt"/>
              </a:defRPr>
            </a:lvl1pPr>
            <a:lvl2pPr marL="0" indent="0" algn="l">
              <a:lnSpc>
                <a:spcPct val="80000"/>
              </a:lnSpc>
              <a:spcBef>
                <a:spcPts val="2133"/>
              </a:spcBef>
              <a:buNone/>
              <a:defRPr sz="2400">
                <a:solidFill>
                  <a:schemeClr val="accent2"/>
                </a:solidFill>
                <a:latin typeface="+mj-lt"/>
              </a:defRPr>
            </a:lvl2pPr>
            <a:lvl3pPr marL="0" indent="0" algn="l">
              <a:lnSpc>
                <a:spcPct val="120000"/>
              </a:lnSpc>
              <a:spcBef>
                <a:spcPts val="2133"/>
              </a:spcBef>
              <a:buNone/>
              <a:defRPr sz="1867">
                <a:solidFill>
                  <a:schemeClr val="accent2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2133"/>
              </a:spcBef>
              <a:buNone/>
              <a:defRPr sz="1867">
                <a:solidFill>
                  <a:schemeClr val="accent2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2133"/>
              </a:spcBef>
              <a:buNone/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</p:txBody>
      </p:sp>
    </p:spTree>
    <p:extLst>
      <p:ext uri="{BB962C8B-B14F-4D97-AF65-F5344CB8AC3E}">
        <p14:creationId xmlns:p14="http://schemas.microsoft.com/office/powerpoint/2010/main" val="27333527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, mö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1354667" y="1016000"/>
            <a:ext cx="9482667" cy="4826000"/>
          </a:xfrm>
        </p:spPr>
        <p:txBody>
          <a:bodyPr bIns="0" anchor="ctr" anchorCtr="0"/>
          <a:lstStyle>
            <a:lvl1pPr marL="0" indent="0" algn="l">
              <a:lnSpc>
                <a:spcPct val="80000"/>
              </a:lnSpc>
              <a:spcBef>
                <a:spcPts val="1067"/>
              </a:spcBef>
              <a:buNone/>
              <a:defRPr sz="8000" b="0">
                <a:solidFill>
                  <a:srgbClr val="FFF0B0"/>
                </a:solidFill>
                <a:latin typeface="+mj-lt"/>
              </a:defRPr>
            </a:lvl1pPr>
            <a:lvl2pPr marL="0" indent="0" algn="l">
              <a:lnSpc>
                <a:spcPct val="80000"/>
              </a:lnSpc>
              <a:spcBef>
                <a:spcPts val="2133"/>
              </a:spcBef>
              <a:buNone/>
              <a:defRPr sz="2400">
                <a:solidFill>
                  <a:srgbClr val="FFF0B0"/>
                </a:solidFill>
                <a:latin typeface="+mj-lt"/>
              </a:defRPr>
            </a:lvl2pPr>
            <a:lvl3pPr marL="0" indent="0" algn="l">
              <a:lnSpc>
                <a:spcPct val="120000"/>
              </a:lnSpc>
              <a:spcBef>
                <a:spcPts val="2133"/>
              </a:spcBef>
              <a:buNone/>
              <a:defRPr sz="1867">
                <a:solidFill>
                  <a:srgbClr val="FFF0B0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2133"/>
              </a:spcBef>
              <a:buNone/>
              <a:defRPr sz="1867">
                <a:solidFill>
                  <a:srgbClr val="FFF0B0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2133"/>
              </a:spcBef>
              <a:buNone/>
              <a:defRPr sz="1600">
                <a:solidFill>
                  <a:srgbClr val="FFF0B0"/>
                </a:solidFill>
              </a:defRPr>
            </a:lvl5pPr>
          </a:lstStyle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11417603" y="5911529"/>
            <a:ext cx="542460" cy="697604"/>
          </a:xfr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5419832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v-SE" noProof="0"/>
              <a:t>Addera rubrik</a:t>
            </a:r>
            <a:br>
              <a:rPr lang="sv-SE" noProof="0"/>
            </a:br>
            <a:endParaRPr lang="sv-SE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47195572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1016000" y="1016000"/>
            <a:ext cx="10160000" cy="4724400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3647031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203258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 bi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1016000" y="4038603"/>
            <a:ext cx="3251200" cy="3018583"/>
          </a:xfrm>
          <a:solidFill>
            <a:srgbClr val="FFFFFF"/>
          </a:solidFill>
        </p:spPr>
        <p:txBody>
          <a:bodyPr wrap="square" lIns="330200" tIns="228600" rIns="330200" bIns="279400">
            <a:spAutoFit/>
          </a:bodyPr>
          <a:lstStyle>
            <a:lvl1pPr marL="0" indent="0">
              <a:spcBef>
                <a:spcPts val="0"/>
              </a:spcBef>
              <a:buNone/>
              <a:defRPr sz="2133" b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2133" b="0"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2133" b="0"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2133" b="0"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2133" b="0">
                <a:latin typeface="+mj-lt"/>
              </a:defRPr>
            </a:lvl5pPr>
          </a:lstStyle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11417603" y="5911529"/>
            <a:ext cx="542460" cy="697604"/>
          </a:xfr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sv-S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0067473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ck, avslut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354667" y="1016000"/>
            <a:ext cx="9482667" cy="4724400"/>
          </a:xfrm>
        </p:spPr>
        <p:txBody>
          <a:bodyPr bIns="254000" anchor="ctr" anchorCtr="0">
            <a:normAutofit/>
          </a:bodyPr>
          <a:lstStyle>
            <a:lvl1pPr marL="0" indent="0">
              <a:spcBef>
                <a:spcPts val="0"/>
              </a:spcBef>
              <a:spcAft>
                <a:spcPts val="1067"/>
              </a:spcAft>
              <a:buNone/>
              <a:defRPr sz="1867" b="1">
                <a:latin typeface="Roboto Mono"/>
                <a:cs typeface="Roboto Mono"/>
              </a:defRPr>
            </a:lvl1pPr>
            <a:lvl2pPr marL="0" indent="0">
              <a:spcBef>
                <a:spcPts val="0"/>
              </a:spcBef>
              <a:buNone/>
              <a:defRPr sz="1467">
                <a:latin typeface="Roboto Mono"/>
                <a:cs typeface="Roboto Mono"/>
              </a:defRPr>
            </a:lvl2pPr>
            <a:lvl3pPr marL="0" indent="0">
              <a:spcBef>
                <a:spcPts val="0"/>
              </a:spcBef>
              <a:buNone/>
              <a:defRPr sz="1200">
                <a:latin typeface="Roboto Mono"/>
                <a:cs typeface="Roboto Mono"/>
              </a:defRPr>
            </a:lvl3pPr>
            <a:lvl4pPr marL="0" indent="0">
              <a:spcBef>
                <a:spcPts val="0"/>
              </a:spcBef>
              <a:buNone/>
              <a:defRPr sz="1067">
                <a:latin typeface="Roboto Mono"/>
                <a:cs typeface="Roboto Mono"/>
              </a:defRPr>
            </a:lvl4pPr>
            <a:lvl5pPr marL="0" indent="0">
              <a:spcBef>
                <a:spcPts val="0"/>
              </a:spcBef>
              <a:buNone/>
              <a:defRPr sz="800">
                <a:latin typeface="Roboto Mono"/>
                <a:cs typeface="Roboto Mono"/>
              </a:defRPr>
            </a:lvl5pPr>
          </a:lstStyle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  <a:p>
            <a:pPr lvl="0"/>
            <a:endParaRPr lang="sv-SE" noProof="0"/>
          </a:p>
          <a:p>
            <a:pPr lvl="0"/>
            <a:endParaRPr lang="sv-SE" noProof="0"/>
          </a:p>
        </p:txBody>
      </p:sp>
      <p:sp>
        <p:nvSpPr>
          <p:cNvPr id="7" name="TextBox 6"/>
          <p:cNvSpPr txBox="1"/>
          <p:nvPr/>
        </p:nvSpPr>
        <p:spPr>
          <a:xfrm>
            <a:off x="697860" y="6215773"/>
            <a:ext cx="9482665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67" b="1">
                <a:latin typeface="Roboto Mono"/>
                <a:cs typeface="Roboto Mono"/>
              </a:rPr>
              <a:t>RISE</a:t>
            </a:r>
            <a:r>
              <a:rPr lang="sv-SE" sz="1067"/>
              <a:t> —</a:t>
            </a:r>
            <a:r>
              <a:rPr lang="sv-SE" sz="1067" baseline="0"/>
              <a:t> </a:t>
            </a:r>
            <a:r>
              <a:rPr lang="en-US" sz="1067" b="1">
                <a:latin typeface="Roboto Mono"/>
                <a:cs typeface="Roboto Mono"/>
              </a:rPr>
              <a:t>Research Institutes of Sweden AB</a:t>
            </a:r>
            <a:r>
              <a:rPr lang="en-US" sz="1067">
                <a:latin typeface="Roboto Mono"/>
                <a:cs typeface="Roboto Mono"/>
              </a:rPr>
              <a:t> </a:t>
            </a:r>
            <a:r>
              <a:rPr lang="hu-HU" sz="1067" baseline="0">
                <a:latin typeface="Roboto Mono"/>
                <a:cs typeface="Roboto Mono"/>
              </a:rPr>
              <a:t>· info@ri.se · </a:t>
            </a:r>
            <a:r>
              <a:rPr lang="en-US" sz="1067" err="1">
                <a:latin typeface="Roboto Mono"/>
                <a:cs typeface="Roboto Mono"/>
              </a:rPr>
              <a:t>ri.se</a:t>
            </a:r>
            <a:endParaRPr lang="en-US" sz="1067">
              <a:latin typeface="Roboto Mono"/>
              <a:cs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35641682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143613-5D6D-4E33-BEF3-A2C7AB302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9EF0027C-7287-4AFC-89A2-D3079AA9A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53C4AE9-AA38-4E26-B0A9-D823E5C84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88D9D19-DC52-4622-A6E6-BF2281617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36DC60E-2C9A-427A-94D5-F661A3A1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62903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54667" y="1016000"/>
            <a:ext cx="9482667" cy="1143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sv-SE" noProof="0"/>
              <a:t>Addera rubrik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4667" y="2438400"/>
            <a:ext cx="9482667" cy="3302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sv-SE" noProof="0"/>
              <a:t>Addera text, Nivå 1</a:t>
            </a:r>
          </a:p>
          <a:p>
            <a:pPr lvl="1"/>
            <a:r>
              <a:rPr lang="sv-SE" noProof="0"/>
              <a:t>Nivå 2</a:t>
            </a:r>
          </a:p>
          <a:p>
            <a:pPr lvl="2"/>
            <a:r>
              <a:rPr lang="sv-SE" noProof="0"/>
              <a:t>Nivå 3</a:t>
            </a:r>
          </a:p>
          <a:p>
            <a:pPr lvl="3"/>
            <a:r>
              <a:rPr lang="sv-SE" noProof="0"/>
              <a:t>Nivå 4</a:t>
            </a:r>
          </a:p>
          <a:p>
            <a:pPr lvl="4"/>
            <a:r>
              <a:rPr lang="sv-SE" noProof="0"/>
              <a:t>Nivå 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56065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rgbClr val="000000"/>
                </a:solidFill>
                <a:latin typeface="Roboto Mono"/>
                <a:ea typeface="Roboto Mono" pitchFamily="2" charset="0"/>
                <a:cs typeface="Roboto Mono"/>
              </a:defRPr>
            </a:lvl1pPr>
          </a:lstStyle>
          <a:p>
            <a:fld id="{ED562801-C469-4A49-A95A-DFC0239059AF}" type="datetimeFigureOut">
              <a:rPr lang="sv-SE" smtClean="0"/>
              <a:t>2026-05-06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2995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rgbClr val="000000"/>
                </a:solidFill>
                <a:latin typeface="Roboto Mono"/>
                <a:ea typeface="Roboto Mono" pitchFamily="2" charset="0"/>
                <a:cs typeface="Roboto Mono"/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760" y="6356352"/>
            <a:ext cx="5562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rgbClr val="000000"/>
                </a:solidFill>
                <a:latin typeface="Roboto Mono"/>
                <a:ea typeface="Roboto Mono" pitchFamily="2" charset="0"/>
                <a:cs typeface="Roboto Mono"/>
              </a:defRPr>
            </a:lvl1pPr>
          </a:lstStyle>
          <a:p>
            <a:fld id="{4B758AEB-A1BA-46EE-A11F-82ECA6FF6C1C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icture Placeholder 2"/>
          <p:cNvSpPr txBox="1">
            <a:spLocks/>
          </p:cNvSpPr>
          <p:nvPr/>
        </p:nvSpPr>
        <p:spPr>
          <a:xfrm>
            <a:off x="11397079" y="5911529"/>
            <a:ext cx="542460" cy="697604"/>
          </a:xfrm>
          <a:prstGeom prst="rect">
            <a:avLst/>
          </a:prstGeom>
          <a:blipFill rotWithShape="1">
            <a:blip r:embed="rId21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1600"/>
              </a:spcBef>
              <a:buFont typeface="Arial"/>
              <a:buNone/>
              <a:defRPr sz="1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lnSpc>
                <a:spcPct val="110000"/>
              </a:lnSpc>
              <a:spcBef>
                <a:spcPts val="16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lnSpc>
                <a:spcPct val="110000"/>
              </a:lnSpc>
              <a:spcBef>
                <a:spcPts val="1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lnSpc>
                <a:spcPct val="110000"/>
              </a:lnSpc>
              <a:spcBef>
                <a:spcPts val="16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110000"/>
              </a:lnSpc>
              <a:spcBef>
                <a:spcPts val="16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133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41649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80" r:id="rId19"/>
  </p:sldLayoutIdLst>
  <p:transition spd="slow">
    <p:push dir="u"/>
  </p:transition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4267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lnSpc>
          <a:spcPct val="110000"/>
        </a:lnSpc>
        <a:spcBef>
          <a:spcPts val="2133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lnSpc>
          <a:spcPct val="110000"/>
        </a:lnSpc>
        <a:spcBef>
          <a:spcPts val="2133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lnSpc>
          <a:spcPct val="110000"/>
        </a:lnSpc>
        <a:spcBef>
          <a:spcPts val="2133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lnSpc>
          <a:spcPct val="110000"/>
        </a:lnSpc>
        <a:spcBef>
          <a:spcPts val="2133"/>
        </a:spcBef>
        <a:buFont typeface="Arial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lnSpc>
          <a:spcPct val="110000"/>
        </a:lnSpc>
        <a:spcBef>
          <a:spcPts val="2133"/>
        </a:spcBef>
        <a:buFont typeface="Arial"/>
        <a:buChar char="»"/>
        <a:defRPr sz="14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.png"/><Relationship Id="rId21" Type="http://schemas.openxmlformats.org/officeDocument/2006/relationships/customXml" Target="../ink/ink13.xml"/><Relationship Id="rId42" Type="http://schemas.openxmlformats.org/officeDocument/2006/relationships/image" Target="../media/image26.png"/><Relationship Id="rId47" Type="http://schemas.openxmlformats.org/officeDocument/2006/relationships/customXml" Target="../ink/ink26.xml"/><Relationship Id="rId63" Type="http://schemas.openxmlformats.org/officeDocument/2006/relationships/customXml" Target="../ink/ink34.xml"/><Relationship Id="rId68" Type="http://schemas.openxmlformats.org/officeDocument/2006/relationships/image" Target="../media/image39.png"/><Relationship Id="rId84" Type="http://schemas.openxmlformats.org/officeDocument/2006/relationships/customXml" Target="../ink/ink45.xml"/><Relationship Id="rId89" Type="http://schemas.openxmlformats.org/officeDocument/2006/relationships/image" Target="../media/image49.png"/><Relationship Id="rId16" Type="http://schemas.openxmlformats.org/officeDocument/2006/relationships/image" Target="../media/image13.png"/><Relationship Id="rId11" Type="http://schemas.openxmlformats.org/officeDocument/2006/relationships/customXml" Target="../ink/ink7.xml"/><Relationship Id="rId32" Type="http://schemas.openxmlformats.org/officeDocument/2006/relationships/image" Target="../media/image21.png"/><Relationship Id="rId37" Type="http://schemas.openxmlformats.org/officeDocument/2006/relationships/customXml" Target="../ink/ink21.xml"/><Relationship Id="rId53" Type="http://schemas.openxmlformats.org/officeDocument/2006/relationships/customXml" Target="../ink/ink29.xml"/><Relationship Id="rId58" Type="http://schemas.openxmlformats.org/officeDocument/2006/relationships/image" Target="../media/image34.png"/><Relationship Id="rId74" Type="http://schemas.openxmlformats.org/officeDocument/2006/relationships/image" Target="../media/image42.png"/><Relationship Id="rId79" Type="http://schemas.openxmlformats.org/officeDocument/2006/relationships/image" Target="../media/image44.png"/><Relationship Id="rId5" Type="http://schemas.openxmlformats.org/officeDocument/2006/relationships/customXml" Target="../ink/ink2.xml"/><Relationship Id="rId90" Type="http://schemas.openxmlformats.org/officeDocument/2006/relationships/customXml" Target="../ink/ink48.xml"/><Relationship Id="rId95" Type="http://schemas.openxmlformats.org/officeDocument/2006/relationships/image" Target="../media/image52.png"/><Relationship Id="rId22" Type="http://schemas.openxmlformats.org/officeDocument/2006/relationships/image" Target="../media/image16.png"/><Relationship Id="rId27" Type="http://schemas.openxmlformats.org/officeDocument/2006/relationships/customXml" Target="../ink/ink16.xml"/><Relationship Id="rId43" Type="http://schemas.openxmlformats.org/officeDocument/2006/relationships/customXml" Target="../ink/ink24.xml"/><Relationship Id="rId48" Type="http://schemas.openxmlformats.org/officeDocument/2006/relationships/image" Target="../media/image29.png"/><Relationship Id="rId64" Type="http://schemas.openxmlformats.org/officeDocument/2006/relationships/image" Target="../media/image37.png"/><Relationship Id="rId69" Type="http://schemas.openxmlformats.org/officeDocument/2006/relationships/customXml" Target="../ink/ink37.xml"/><Relationship Id="rId8" Type="http://schemas.openxmlformats.org/officeDocument/2006/relationships/customXml" Target="../ink/ink4.xml"/><Relationship Id="rId51" Type="http://schemas.openxmlformats.org/officeDocument/2006/relationships/customXml" Target="../ink/ink28.xml"/><Relationship Id="rId72" Type="http://schemas.openxmlformats.org/officeDocument/2006/relationships/image" Target="../media/image41.png"/><Relationship Id="rId80" Type="http://schemas.openxmlformats.org/officeDocument/2006/relationships/customXml" Target="../ink/ink43.xml"/><Relationship Id="rId85" Type="http://schemas.openxmlformats.org/officeDocument/2006/relationships/image" Target="../media/image47.png"/><Relationship Id="rId93" Type="http://schemas.openxmlformats.org/officeDocument/2006/relationships/image" Target="../media/image51.png"/><Relationship Id="rId12" Type="http://schemas.openxmlformats.org/officeDocument/2006/relationships/customXml" Target="../ink/ink8.xml"/><Relationship Id="rId17" Type="http://schemas.openxmlformats.org/officeDocument/2006/relationships/customXml" Target="../ink/ink11.xml"/><Relationship Id="rId25" Type="http://schemas.openxmlformats.org/officeDocument/2006/relationships/customXml" Target="../ink/ink15.xml"/><Relationship Id="rId33" Type="http://schemas.openxmlformats.org/officeDocument/2006/relationships/customXml" Target="../ink/ink19.xml"/><Relationship Id="rId38" Type="http://schemas.openxmlformats.org/officeDocument/2006/relationships/image" Target="../media/image24.png"/><Relationship Id="rId46" Type="http://schemas.openxmlformats.org/officeDocument/2006/relationships/image" Target="../media/image28.png"/><Relationship Id="rId59" Type="http://schemas.openxmlformats.org/officeDocument/2006/relationships/customXml" Target="../ink/ink32.xml"/><Relationship Id="rId67" Type="http://schemas.openxmlformats.org/officeDocument/2006/relationships/customXml" Target="../ink/ink36.xml"/><Relationship Id="rId20" Type="http://schemas.openxmlformats.org/officeDocument/2006/relationships/image" Target="../media/image15.png"/><Relationship Id="rId41" Type="http://schemas.openxmlformats.org/officeDocument/2006/relationships/customXml" Target="../ink/ink23.xml"/><Relationship Id="rId54" Type="http://schemas.openxmlformats.org/officeDocument/2006/relationships/image" Target="../media/image32.png"/><Relationship Id="rId62" Type="http://schemas.openxmlformats.org/officeDocument/2006/relationships/image" Target="../media/image36.png"/><Relationship Id="rId70" Type="http://schemas.openxmlformats.org/officeDocument/2006/relationships/image" Target="../media/image40.png"/><Relationship Id="rId75" Type="http://schemas.openxmlformats.org/officeDocument/2006/relationships/customXml" Target="../ink/ink40.xml"/><Relationship Id="rId83" Type="http://schemas.openxmlformats.org/officeDocument/2006/relationships/image" Target="../media/image46.png"/><Relationship Id="rId88" Type="http://schemas.openxmlformats.org/officeDocument/2006/relationships/customXml" Target="../ink/ink47.xml"/><Relationship Id="rId91" Type="http://schemas.openxmlformats.org/officeDocument/2006/relationships/image" Target="../media/image50.png"/><Relationship Id="rId96" Type="http://schemas.openxmlformats.org/officeDocument/2006/relationships/customXml" Target="../ink/ink5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5" Type="http://schemas.openxmlformats.org/officeDocument/2006/relationships/customXml" Target="../ink/ink10.xml"/><Relationship Id="rId23" Type="http://schemas.openxmlformats.org/officeDocument/2006/relationships/customXml" Target="../ink/ink14.xml"/><Relationship Id="rId28" Type="http://schemas.openxmlformats.org/officeDocument/2006/relationships/image" Target="../media/image19.png"/><Relationship Id="rId36" Type="http://schemas.openxmlformats.org/officeDocument/2006/relationships/image" Target="../media/image23.png"/><Relationship Id="rId49" Type="http://schemas.openxmlformats.org/officeDocument/2006/relationships/customXml" Target="../ink/ink27.xml"/><Relationship Id="rId57" Type="http://schemas.openxmlformats.org/officeDocument/2006/relationships/customXml" Target="../ink/ink31.xml"/><Relationship Id="rId10" Type="http://schemas.openxmlformats.org/officeDocument/2006/relationships/customXml" Target="../ink/ink6.xml"/><Relationship Id="rId31" Type="http://schemas.openxmlformats.org/officeDocument/2006/relationships/customXml" Target="../ink/ink18.xml"/><Relationship Id="rId44" Type="http://schemas.openxmlformats.org/officeDocument/2006/relationships/image" Target="../media/image27.png"/><Relationship Id="rId52" Type="http://schemas.openxmlformats.org/officeDocument/2006/relationships/image" Target="../media/image31.png"/><Relationship Id="rId60" Type="http://schemas.openxmlformats.org/officeDocument/2006/relationships/image" Target="../media/image35.png"/><Relationship Id="rId65" Type="http://schemas.openxmlformats.org/officeDocument/2006/relationships/customXml" Target="../ink/ink35.xml"/><Relationship Id="rId73" Type="http://schemas.openxmlformats.org/officeDocument/2006/relationships/customXml" Target="../ink/ink39.xml"/><Relationship Id="rId78" Type="http://schemas.openxmlformats.org/officeDocument/2006/relationships/customXml" Target="../ink/ink42.xml"/><Relationship Id="rId81" Type="http://schemas.openxmlformats.org/officeDocument/2006/relationships/image" Target="../media/image45.png"/><Relationship Id="rId86" Type="http://schemas.openxmlformats.org/officeDocument/2006/relationships/customXml" Target="../ink/ink46.xml"/><Relationship Id="rId94" Type="http://schemas.openxmlformats.org/officeDocument/2006/relationships/customXml" Target="../ink/ink50.xml"/><Relationship Id="rId4" Type="http://schemas.openxmlformats.org/officeDocument/2006/relationships/image" Target="../media/image10.png"/><Relationship Id="rId9" Type="http://schemas.openxmlformats.org/officeDocument/2006/relationships/customXml" Target="../ink/ink5.xml"/><Relationship Id="rId13" Type="http://schemas.openxmlformats.org/officeDocument/2006/relationships/customXml" Target="../ink/ink9.xml"/><Relationship Id="rId18" Type="http://schemas.openxmlformats.org/officeDocument/2006/relationships/image" Target="../media/image14.png"/><Relationship Id="rId39" Type="http://schemas.openxmlformats.org/officeDocument/2006/relationships/customXml" Target="../ink/ink22.xml"/><Relationship Id="rId34" Type="http://schemas.openxmlformats.org/officeDocument/2006/relationships/image" Target="../media/image22.png"/><Relationship Id="rId50" Type="http://schemas.openxmlformats.org/officeDocument/2006/relationships/image" Target="../media/image30.png"/><Relationship Id="rId55" Type="http://schemas.openxmlformats.org/officeDocument/2006/relationships/customXml" Target="../ink/ink30.xml"/><Relationship Id="rId76" Type="http://schemas.openxmlformats.org/officeDocument/2006/relationships/image" Target="../media/image43.png"/><Relationship Id="rId97" Type="http://schemas.openxmlformats.org/officeDocument/2006/relationships/image" Target="../media/image4.svg"/><Relationship Id="rId7" Type="http://schemas.openxmlformats.org/officeDocument/2006/relationships/customXml" Target="../ink/ink3.xml"/><Relationship Id="rId71" Type="http://schemas.openxmlformats.org/officeDocument/2006/relationships/customXml" Target="../ink/ink38.xml"/><Relationship Id="rId92" Type="http://schemas.openxmlformats.org/officeDocument/2006/relationships/customXml" Target="../ink/ink49.xml"/><Relationship Id="rId2" Type="http://schemas.openxmlformats.org/officeDocument/2006/relationships/customXml" Target="../ink/ink1.xml"/><Relationship Id="rId29" Type="http://schemas.openxmlformats.org/officeDocument/2006/relationships/customXml" Target="../ink/ink17.xml"/><Relationship Id="rId24" Type="http://schemas.openxmlformats.org/officeDocument/2006/relationships/image" Target="../media/image17.png"/><Relationship Id="rId40" Type="http://schemas.openxmlformats.org/officeDocument/2006/relationships/image" Target="../media/image25.png"/><Relationship Id="rId45" Type="http://schemas.openxmlformats.org/officeDocument/2006/relationships/customXml" Target="../ink/ink25.xml"/><Relationship Id="rId66" Type="http://schemas.openxmlformats.org/officeDocument/2006/relationships/image" Target="../media/image38.png"/><Relationship Id="rId87" Type="http://schemas.openxmlformats.org/officeDocument/2006/relationships/image" Target="../media/image48.png"/><Relationship Id="rId61" Type="http://schemas.openxmlformats.org/officeDocument/2006/relationships/customXml" Target="../ink/ink33.xml"/><Relationship Id="rId82" Type="http://schemas.openxmlformats.org/officeDocument/2006/relationships/customXml" Target="../ink/ink44.xml"/><Relationship Id="rId19" Type="http://schemas.openxmlformats.org/officeDocument/2006/relationships/customXml" Target="../ink/ink12.xml"/><Relationship Id="rId14" Type="http://schemas.openxmlformats.org/officeDocument/2006/relationships/image" Target="../media/image12.png"/><Relationship Id="rId30" Type="http://schemas.openxmlformats.org/officeDocument/2006/relationships/image" Target="../media/image20.png"/><Relationship Id="rId35" Type="http://schemas.openxmlformats.org/officeDocument/2006/relationships/customXml" Target="../ink/ink20.xml"/><Relationship Id="rId56" Type="http://schemas.openxmlformats.org/officeDocument/2006/relationships/image" Target="../media/image33.png"/><Relationship Id="rId77" Type="http://schemas.openxmlformats.org/officeDocument/2006/relationships/customXml" Target="../ink/ink4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CDB07A82-798C-41E8-B84A-42BDE231B4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sv-SE" dirty="0" err="1">
                <a:solidFill>
                  <a:schemeClr val="accent6">
                    <a:lumMod val="90000"/>
                  </a:schemeClr>
                </a:solidFill>
              </a:rPr>
              <a:t>Some</a:t>
            </a:r>
            <a:r>
              <a:rPr lang="sv-SE" dirty="0">
                <a:solidFill>
                  <a:schemeClr val="accent6">
                    <a:lumMod val="90000"/>
                  </a:schemeClr>
                </a:solidFill>
              </a:rPr>
              <a:t> </a:t>
            </a:r>
            <a:r>
              <a:rPr lang="sv-SE" dirty="0" err="1">
                <a:solidFill>
                  <a:schemeClr val="accent6">
                    <a:lumMod val="90000"/>
                  </a:schemeClr>
                </a:solidFill>
              </a:rPr>
              <a:t>notes</a:t>
            </a:r>
            <a:r>
              <a:rPr lang="sv-SE" dirty="0">
                <a:solidFill>
                  <a:schemeClr val="accent6">
                    <a:lumMod val="90000"/>
                  </a:schemeClr>
                </a:solidFill>
              </a:rPr>
              <a:t> on </a:t>
            </a:r>
            <a:r>
              <a:rPr lang="sv-SE" dirty="0" err="1">
                <a:solidFill>
                  <a:schemeClr val="accent6">
                    <a:lumMod val="90000"/>
                  </a:schemeClr>
                </a:solidFill>
              </a:rPr>
              <a:t>Machine</a:t>
            </a:r>
            <a:r>
              <a:rPr lang="sv-SE" dirty="0">
                <a:solidFill>
                  <a:schemeClr val="accent6">
                    <a:lumMod val="90000"/>
                  </a:schemeClr>
                </a:solidFill>
              </a:rPr>
              <a:t> Learning</a:t>
            </a:r>
          </a:p>
          <a:p>
            <a:endParaRPr lang="sv-SE" dirty="0">
              <a:solidFill>
                <a:schemeClr val="accent6">
                  <a:lumMod val="90000"/>
                </a:schemeClr>
              </a:solidFill>
            </a:endParaRPr>
          </a:p>
          <a:p>
            <a:r>
              <a:rPr lang="sv-SE" dirty="0">
                <a:solidFill>
                  <a:srgbClr val="92D050"/>
                </a:solidFill>
              </a:rPr>
              <a:t>David Eklund</a:t>
            </a:r>
          </a:p>
        </p:txBody>
      </p:sp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19138266-98D2-4A9A-ABBF-857A3EEC25A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1242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154428-66EC-4E22-A563-828CCBB8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7" y="1016000"/>
            <a:ext cx="9482667" cy="1143000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Machine learning and neural networks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F0B0DF5F-783A-4935-9D22-045F60E8CD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3021" y="1850052"/>
                <a:ext cx="6399072" cy="4550748"/>
              </a:xfrm>
            </p:spPr>
            <p:txBody>
              <a:bodyPr vert="horz" lIns="0" tIns="0" rIns="0" bIns="0" rtlCol="0">
                <a:normAutofit/>
              </a:bodyPr>
              <a:lstStyle/>
              <a:p>
                <a:pPr marL="456565" indent="-456565">
                  <a:lnSpc>
                    <a:spcPct val="100000"/>
                  </a:lnSpc>
                </a:pPr>
                <a:r>
                  <a:rPr lang="en-US" sz="2200" dirty="0"/>
                  <a:t>In machine learning, training data is used to learn a function (or a relationship).</a:t>
                </a:r>
              </a:p>
              <a:p>
                <a:pPr marL="456565" indent="-456565">
                  <a:lnSpc>
                    <a:spcPct val="100000"/>
                  </a:lnSpc>
                </a:pPr>
                <a:r>
                  <a:rPr lang="en-US" sz="2200" dirty="0"/>
                  <a:t>Input example:  humidity, wind speed, pressure</a:t>
                </a:r>
              </a:p>
              <a:p>
                <a:pPr marL="456565" indent="-456565">
                  <a:lnSpc>
                    <a:spcPct val="100000"/>
                  </a:lnSpc>
                </a:pPr>
                <a:r>
                  <a:rPr lang="en-US" sz="2200" dirty="0"/>
                  <a:t>Output example: temperature</a:t>
                </a:r>
              </a:p>
              <a:p>
                <a:pPr marL="456565" indent="-456565">
                  <a:lnSpc>
                    <a:spcPct val="100000"/>
                  </a:lnSpc>
                </a:pPr>
                <a:r>
                  <a:rPr lang="en-US" sz="2200" dirty="0"/>
                  <a:t>For </a:t>
                </a:r>
                <a14:m>
                  <m:oMath xmlns:m="http://schemas.openxmlformats.org/officeDocument/2006/math">
                    <m:r>
                      <a:rPr lang="sv-SE" sz="22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/>
                  <a:t> we often use a neural network. These are </a:t>
                </a:r>
                <a:r>
                  <a:rPr lang="en-US" sz="2200" i="1" dirty="0"/>
                  <a:t>function approximators</a:t>
                </a:r>
                <a:r>
                  <a:rPr lang="en-US" sz="2200" dirty="0"/>
                  <a:t> that can in principle mimic any function.</a:t>
                </a:r>
              </a:p>
              <a:p>
                <a:pPr marL="456565" indent="-456565">
                  <a:lnSpc>
                    <a:spcPct val="100000"/>
                  </a:lnSpc>
                </a:pPr>
                <a:r>
                  <a:rPr lang="en-US" sz="2200" dirty="0"/>
                  <a:t>Put differently, the network can describe many, many different functions and we need to find the right one (or a good one).</a:t>
                </a:r>
              </a:p>
            </p:txBody>
          </p:sp>
        </mc:Choice>
        <mc:Fallback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F0B0DF5F-783A-4935-9D22-045F60E8CD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3021" y="1850052"/>
                <a:ext cx="6399072" cy="4550748"/>
              </a:xfrm>
              <a:blipFill>
                <a:blip r:embed="rId2"/>
                <a:stretch>
                  <a:fillRect l="-2579" t="-1944" r="-29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146D26D0-1FAA-E006-3E34-DBCE411D56F5}"/>
              </a:ext>
            </a:extLst>
          </p:cNvPr>
          <p:cNvGrpSpPr/>
          <p:nvPr/>
        </p:nvGrpSpPr>
        <p:grpSpPr>
          <a:xfrm>
            <a:off x="7650069" y="2472976"/>
            <a:ext cx="3673308" cy="3106457"/>
            <a:chOff x="7650069" y="2429776"/>
            <a:chExt cx="3673308" cy="310645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B8E4637-DCB5-7780-C74D-5E811DD1FB47}"/>
                </a:ext>
              </a:extLst>
            </p:cNvPr>
            <p:cNvGrpSpPr/>
            <p:nvPr/>
          </p:nvGrpSpPr>
          <p:grpSpPr>
            <a:xfrm>
              <a:off x="7650069" y="2429776"/>
              <a:ext cx="3673308" cy="591621"/>
              <a:chOff x="2253597" y="3852379"/>
              <a:chExt cx="2937597" cy="61162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AA7294A-B3C6-9ED4-8A7C-49F19E86DFFE}"/>
                  </a:ext>
                </a:extLst>
              </p:cNvPr>
              <p:cNvSpPr/>
              <p:nvPr/>
            </p:nvSpPr>
            <p:spPr>
              <a:xfrm>
                <a:off x="3160797" y="3880802"/>
                <a:ext cx="1123199" cy="583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8074E92-DC31-D311-81DB-78B6664B10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3995" y="4168803"/>
                <a:ext cx="907199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E7CF5A3-2A8C-CE09-27E6-9CDFBAFB5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3597" y="4168803"/>
                <a:ext cx="907199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6D478B-6BE0-9E89-77AC-5438CC160DB5}"/>
                  </a:ext>
                </a:extLst>
              </p:cNvPr>
              <p:cNvSpPr txBox="1"/>
              <p:nvPr/>
            </p:nvSpPr>
            <p:spPr>
              <a:xfrm>
                <a:off x="2598518" y="3852379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ato"/>
                    <a:ea typeface="+mn-ea"/>
                    <a:cs typeface="+mn-cs"/>
                  </a:rPr>
                  <a:t>in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2B4CCC-CA12-7F3E-92F4-0F94BAB82D2D}"/>
                  </a:ext>
                </a:extLst>
              </p:cNvPr>
              <p:cNvSpPr txBox="1"/>
              <p:nvPr/>
            </p:nvSpPr>
            <p:spPr>
              <a:xfrm>
                <a:off x="4474946" y="3861021"/>
                <a:ext cx="4507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ato"/>
                    <a:ea typeface="+mn-ea"/>
                    <a:cs typeface="+mn-cs"/>
                  </a:rPr>
                  <a:t>out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EC3110E-275F-B31A-FAFF-947D6F92B323}"/>
                      </a:ext>
                    </a:extLst>
                  </p:cNvPr>
                  <p:cNvSpPr txBox="1"/>
                  <p:nvPr/>
                </p:nvSpPr>
                <p:spPr>
                  <a:xfrm>
                    <a:off x="3633273" y="4006268"/>
                    <a:ext cx="17825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sv-S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Lato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EC3110E-275F-B31A-FAFF-947D6F92B3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3273" y="4006268"/>
                    <a:ext cx="178254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9730" r="-24324" b="-43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D0B16ED-8424-E9A5-DDBD-E98621E142B7}"/>
                </a:ext>
              </a:extLst>
            </p:cNvPr>
            <p:cNvGrpSpPr/>
            <p:nvPr/>
          </p:nvGrpSpPr>
          <p:grpSpPr>
            <a:xfrm>
              <a:off x="8242418" y="3769888"/>
              <a:ext cx="2602088" cy="1487551"/>
              <a:chOff x="1822784" y="1293394"/>
              <a:chExt cx="3330740" cy="2141121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294A075-C988-7EDF-289C-3558282A5622}"/>
                  </a:ext>
                </a:extLst>
              </p:cNvPr>
              <p:cNvSpPr/>
              <p:nvPr/>
            </p:nvSpPr>
            <p:spPr>
              <a:xfrm>
                <a:off x="1822784" y="1943100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AD1E91A-030C-6EF8-6874-2A2B75D03D69}"/>
                  </a:ext>
                </a:extLst>
              </p:cNvPr>
              <p:cNvSpPr/>
              <p:nvPr/>
            </p:nvSpPr>
            <p:spPr>
              <a:xfrm>
                <a:off x="1822784" y="2612858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62CBBE6-0C03-3BB6-D6F1-4306542B4551}"/>
                  </a:ext>
                </a:extLst>
              </p:cNvPr>
              <p:cNvCxnSpPr/>
              <p:nvPr/>
            </p:nvCxnSpPr>
            <p:spPr>
              <a:xfrm flipV="1">
                <a:off x="2141621" y="1540042"/>
                <a:ext cx="667753" cy="4030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5581DB1-F1C2-134E-BD8F-F0D51AEDF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1754" y="2859505"/>
                <a:ext cx="692316" cy="3965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EDFA9E5-EAFA-E805-5DFE-F9054088F91D}"/>
                  </a:ext>
                </a:extLst>
              </p:cNvPr>
              <p:cNvSpPr/>
              <p:nvPr/>
            </p:nvSpPr>
            <p:spPr>
              <a:xfrm>
                <a:off x="3009900" y="1293395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5242D8B-5B5F-4B51-E9BE-B4C06F921EB6}"/>
                  </a:ext>
                </a:extLst>
              </p:cNvPr>
              <p:cNvSpPr/>
              <p:nvPr/>
            </p:nvSpPr>
            <p:spPr>
              <a:xfrm>
                <a:off x="3009900" y="2256422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FE4DD72-5A48-E18A-A378-44136201C564}"/>
                  </a:ext>
                </a:extLst>
              </p:cNvPr>
              <p:cNvSpPr/>
              <p:nvPr/>
            </p:nvSpPr>
            <p:spPr>
              <a:xfrm>
                <a:off x="3020929" y="3182353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4131C54E-7D6D-984C-229D-62755299FA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6686" y="2066423"/>
                <a:ext cx="748465" cy="2331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99165AE3-DDAA-5CF8-EE43-204A12DE90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1621" y="2223084"/>
                <a:ext cx="843212" cy="97130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77E3419F-1DDE-C344-F39B-5C2214DE9E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1621" y="1586663"/>
                <a:ext cx="879308" cy="11054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7721F7F-1D50-7596-F0E1-D9F131CB13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05789" y="2456197"/>
                <a:ext cx="717635" cy="27998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9E9822C-B619-76DC-0891-DAB4D2AB8375}"/>
                  </a:ext>
                </a:extLst>
              </p:cNvPr>
              <p:cNvSpPr/>
              <p:nvPr/>
            </p:nvSpPr>
            <p:spPr>
              <a:xfrm>
                <a:off x="3914273" y="1293394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9A5156F-1DFC-5536-3DCA-1CEC017C1600}"/>
                  </a:ext>
                </a:extLst>
              </p:cNvPr>
              <p:cNvSpPr/>
              <p:nvPr/>
            </p:nvSpPr>
            <p:spPr>
              <a:xfrm>
                <a:off x="3964404" y="2256422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EB12028-0E56-7D88-11A3-13590D8BF40F}"/>
                  </a:ext>
                </a:extLst>
              </p:cNvPr>
              <p:cNvSpPr/>
              <p:nvPr/>
            </p:nvSpPr>
            <p:spPr>
              <a:xfrm>
                <a:off x="3964404" y="3187868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E7907A2-A895-AB0A-BEA1-9E59CFCF15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56309" y="1416717"/>
                <a:ext cx="469733" cy="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61606B8-7DF6-1D03-8D5D-EE561A1A56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9593" y="2379745"/>
                <a:ext cx="532899" cy="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33E4EAA-90FA-B1D3-6E83-1E2DB9EF8E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9593" y="3318710"/>
                <a:ext cx="469733" cy="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62284A7-F949-E3B0-1D7E-194C8988ABB8}"/>
                  </a:ext>
                </a:extLst>
              </p:cNvPr>
              <p:cNvSpPr/>
              <p:nvPr/>
            </p:nvSpPr>
            <p:spPr>
              <a:xfrm>
                <a:off x="4918908" y="2256422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752ADE3-AF69-2307-A44F-F9A4129601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60670" y="1505700"/>
                <a:ext cx="708107" cy="75072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80DD780D-7796-F638-3086-CD3EE9E99D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56167" y="2516859"/>
                <a:ext cx="664995" cy="7391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24933EB-EFF1-1F0D-DEB5-EB495B28D0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36129" y="2379746"/>
                <a:ext cx="469733" cy="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C86DB157-2BBA-A60B-3ECC-B68797AE60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2497" y="1545051"/>
                <a:ext cx="593054" cy="71137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2112635-7595-DBEC-8D90-ED0BD99010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6532" y="1583403"/>
                <a:ext cx="748901" cy="152375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4F0DE731-1AE5-9FBA-B9C9-DB64AEF214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6202" y="1540041"/>
                <a:ext cx="598071" cy="7163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1F09C2EB-AE26-A207-6776-6C198814E6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9923" y="2535653"/>
                <a:ext cx="622569" cy="69482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67C4B9F8-0158-2F14-19B1-CD571EC797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15526" y="2535653"/>
                <a:ext cx="560659" cy="71337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59100F15-3A0E-7696-10D8-AAE4D950E6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65383" y="1624263"/>
                <a:ext cx="735180" cy="14828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5AD1C973-1DF3-FF2F-A0A8-1E46A297558F}"/>
                </a:ext>
              </a:extLst>
            </p:cNvPr>
            <p:cNvSpPr/>
            <p:nvPr/>
          </p:nvSpPr>
          <p:spPr>
            <a:xfrm>
              <a:off x="7994210" y="3513035"/>
              <a:ext cx="2985026" cy="2023198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187491D-C41B-09A4-1D0F-9CD67A7A3F69}"/>
                </a:ext>
              </a:extLst>
            </p:cNvPr>
            <p:cNvCxnSpPr>
              <a:cxnSpLocks/>
              <a:stCxn id="4" idx="2"/>
              <a:endCxn id="49" idx="0"/>
            </p:cNvCxnSpPr>
            <p:nvPr/>
          </p:nvCxnSpPr>
          <p:spPr>
            <a:xfrm flipH="1">
              <a:off x="9486723" y="3021397"/>
              <a:ext cx="1" cy="491638"/>
            </a:xfrm>
            <a:prstGeom prst="line">
              <a:avLst/>
            </a:prstGeom>
            <a:ln w="127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6211717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154428-66EC-4E22-A563-828CCBB8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7" y="1016000"/>
            <a:ext cx="9482667" cy="1143000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Machine learning and neural networks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0B0DF5F-783A-4935-9D22-045F60E8C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021" y="1850051"/>
            <a:ext cx="6399072" cy="4727725"/>
          </a:xfrm>
        </p:spPr>
        <p:txBody>
          <a:bodyPr vert="horz" lIns="0" tIns="0" rIns="0" bIns="0" rtlCol="0">
            <a:normAutofit fontScale="92500" lnSpcReduction="10000"/>
          </a:bodyPr>
          <a:lstStyle/>
          <a:p>
            <a:pPr marL="456565" indent="-456565">
              <a:lnSpc>
                <a:spcPct val="100000"/>
              </a:lnSpc>
            </a:pPr>
            <a:r>
              <a:rPr lang="en-US" sz="2400" dirty="0"/>
              <a:t>The model depends on a number of adjustable parameters. The parameter values determine which function the model describes. </a:t>
            </a:r>
          </a:p>
          <a:p>
            <a:pPr marL="456565" indent="-456565">
              <a:lnSpc>
                <a:spcPct val="100000"/>
              </a:lnSpc>
            </a:pPr>
            <a:r>
              <a:rPr lang="en-US" sz="2400" dirty="0"/>
              <a:t>It is these parameters that are adjusted during the model training.</a:t>
            </a:r>
            <a:endParaRPr lang="en-US" sz="2200" dirty="0"/>
          </a:p>
          <a:p>
            <a:pPr marL="456565" indent="-456565">
              <a:lnSpc>
                <a:spcPct val="100000"/>
              </a:lnSpc>
            </a:pPr>
            <a:r>
              <a:rPr lang="en-US" sz="2200" dirty="0"/>
              <a:t>Neural networks are built as compositions of simpler parts in a network. Each layer is a linear (or affine) function together with a so-called activation function.</a:t>
            </a:r>
          </a:p>
          <a:p>
            <a:pPr marL="456565" indent="-456565">
              <a:lnSpc>
                <a:spcPct val="100000"/>
              </a:lnSpc>
            </a:pPr>
            <a:r>
              <a:rPr lang="en-US" sz="2200" dirty="0"/>
              <a:t>Data commonly comes in (input, output) pairs.</a:t>
            </a:r>
          </a:p>
          <a:p>
            <a:pPr marL="456565" indent="-456565">
              <a:lnSpc>
                <a:spcPct val="100000"/>
              </a:lnSpc>
            </a:pPr>
            <a:r>
              <a:rPr lang="en-US" sz="2200" dirty="0"/>
              <a:t>The network is supposed to learn from the training data examples and be able to generalize to new data. </a:t>
            </a:r>
          </a:p>
          <a:p>
            <a:pPr marL="456565" indent="-456565">
              <a:lnSpc>
                <a:spcPct val="100000"/>
              </a:lnSpc>
            </a:pPr>
            <a:r>
              <a:rPr lang="en-US" sz="2200" dirty="0"/>
              <a:t>We often split in training and testing data so that the model is tested on data not used for training.</a:t>
            </a:r>
          </a:p>
          <a:p>
            <a:pPr marL="456565" indent="-456565">
              <a:lnSpc>
                <a:spcPct val="100000"/>
              </a:lnSpc>
            </a:pPr>
            <a:endParaRPr lang="en-US" sz="18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46D26D0-1FAA-E006-3E34-DBCE411D56F5}"/>
              </a:ext>
            </a:extLst>
          </p:cNvPr>
          <p:cNvGrpSpPr/>
          <p:nvPr/>
        </p:nvGrpSpPr>
        <p:grpSpPr>
          <a:xfrm>
            <a:off x="7650069" y="2472976"/>
            <a:ext cx="3673308" cy="3106457"/>
            <a:chOff x="7650069" y="2429776"/>
            <a:chExt cx="3673308" cy="310645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B8E4637-DCB5-7780-C74D-5E811DD1FB47}"/>
                </a:ext>
              </a:extLst>
            </p:cNvPr>
            <p:cNvGrpSpPr/>
            <p:nvPr/>
          </p:nvGrpSpPr>
          <p:grpSpPr>
            <a:xfrm>
              <a:off x="7650069" y="2429776"/>
              <a:ext cx="3673308" cy="591621"/>
              <a:chOff x="2253597" y="3852379"/>
              <a:chExt cx="2937597" cy="61162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AA7294A-B3C6-9ED4-8A7C-49F19E86DFFE}"/>
                  </a:ext>
                </a:extLst>
              </p:cNvPr>
              <p:cNvSpPr/>
              <p:nvPr/>
            </p:nvSpPr>
            <p:spPr>
              <a:xfrm>
                <a:off x="3160797" y="3880802"/>
                <a:ext cx="1123199" cy="583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8074E92-DC31-D311-81DB-78B6664B10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3995" y="4168803"/>
                <a:ext cx="907199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E7CF5A3-2A8C-CE09-27E6-9CDFBAFB5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3597" y="4168803"/>
                <a:ext cx="907199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6D478B-6BE0-9E89-77AC-5438CC160DB5}"/>
                  </a:ext>
                </a:extLst>
              </p:cNvPr>
              <p:cNvSpPr txBox="1"/>
              <p:nvPr/>
            </p:nvSpPr>
            <p:spPr>
              <a:xfrm>
                <a:off x="2598518" y="3852379"/>
                <a:ext cx="330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ato"/>
                    <a:ea typeface="+mn-ea"/>
                    <a:cs typeface="+mn-cs"/>
                  </a:rPr>
                  <a:t>in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2B4CCC-CA12-7F3E-92F4-0F94BAB82D2D}"/>
                  </a:ext>
                </a:extLst>
              </p:cNvPr>
              <p:cNvSpPr txBox="1"/>
              <p:nvPr/>
            </p:nvSpPr>
            <p:spPr>
              <a:xfrm>
                <a:off x="4474946" y="3861021"/>
                <a:ext cx="4507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ato"/>
                    <a:ea typeface="+mn-ea"/>
                    <a:cs typeface="+mn-cs"/>
                  </a:rPr>
                  <a:t>out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EC3110E-275F-B31A-FAFF-947D6F92B323}"/>
                      </a:ext>
                    </a:extLst>
                  </p:cNvPr>
                  <p:cNvSpPr txBox="1"/>
                  <p:nvPr/>
                </p:nvSpPr>
                <p:spPr>
                  <a:xfrm>
                    <a:off x="3633273" y="4006268"/>
                    <a:ext cx="17825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sv-S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Lato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EC3110E-275F-B31A-FAFF-947D6F92B3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3273" y="4006268"/>
                    <a:ext cx="178254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9730" r="-24324" b="-43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D0B16ED-8424-E9A5-DDBD-E98621E142B7}"/>
                </a:ext>
              </a:extLst>
            </p:cNvPr>
            <p:cNvGrpSpPr/>
            <p:nvPr/>
          </p:nvGrpSpPr>
          <p:grpSpPr>
            <a:xfrm>
              <a:off x="8242418" y="3769888"/>
              <a:ext cx="2602088" cy="1487551"/>
              <a:chOff x="1822784" y="1293394"/>
              <a:chExt cx="3330740" cy="2141121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294A075-C988-7EDF-289C-3558282A5622}"/>
                  </a:ext>
                </a:extLst>
              </p:cNvPr>
              <p:cNvSpPr/>
              <p:nvPr/>
            </p:nvSpPr>
            <p:spPr>
              <a:xfrm>
                <a:off x="1822784" y="1943100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AD1E91A-030C-6EF8-6874-2A2B75D03D69}"/>
                  </a:ext>
                </a:extLst>
              </p:cNvPr>
              <p:cNvSpPr/>
              <p:nvPr/>
            </p:nvSpPr>
            <p:spPr>
              <a:xfrm>
                <a:off x="1822784" y="2612858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62CBBE6-0C03-3BB6-D6F1-4306542B4551}"/>
                  </a:ext>
                </a:extLst>
              </p:cNvPr>
              <p:cNvCxnSpPr/>
              <p:nvPr/>
            </p:nvCxnSpPr>
            <p:spPr>
              <a:xfrm flipV="1">
                <a:off x="2141621" y="1540042"/>
                <a:ext cx="667753" cy="4030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5581DB1-F1C2-134E-BD8F-F0D51AEDF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1754" y="2859505"/>
                <a:ext cx="692316" cy="3965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EDFA9E5-EAFA-E805-5DFE-F9054088F91D}"/>
                  </a:ext>
                </a:extLst>
              </p:cNvPr>
              <p:cNvSpPr/>
              <p:nvPr/>
            </p:nvSpPr>
            <p:spPr>
              <a:xfrm>
                <a:off x="3009900" y="1293395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5242D8B-5B5F-4B51-E9BE-B4C06F921EB6}"/>
                  </a:ext>
                </a:extLst>
              </p:cNvPr>
              <p:cNvSpPr/>
              <p:nvPr/>
            </p:nvSpPr>
            <p:spPr>
              <a:xfrm>
                <a:off x="3009900" y="2256422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FE4DD72-5A48-E18A-A378-44136201C564}"/>
                  </a:ext>
                </a:extLst>
              </p:cNvPr>
              <p:cNvSpPr/>
              <p:nvPr/>
            </p:nvSpPr>
            <p:spPr>
              <a:xfrm>
                <a:off x="3020929" y="3182353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4131C54E-7D6D-984C-229D-62755299FA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6686" y="2066423"/>
                <a:ext cx="748465" cy="2331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99165AE3-DDAA-5CF8-EE43-204A12DE90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1621" y="2223084"/>
                <a:ext cx="843212" cy="97130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77E3419F-1DDE-C344-F39B-5C2214DE9E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1621" y="1586663"/>
                <a:ext cx="879308" cy="11054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7721F7F-1D50-7596-F0E1-D9F131CB13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05789" y="2456197"/>
                <a:ext cx="717635" cy="27998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9E9822C-B619-76DC-0891-DAB4D2AB8375}"/>
                  </a:ext>
                </a:extLst>
              </p:cNvPr>
              <p:cNvSpPr/>
              <p:nvPr/>
            </p:nvSpPr>
            <p:spPr>
              <a:xfrm>
                <a:off x="3914273" y="1293394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9A5156F-1DFC-5536-3DCA-1CEC017C1600}"/>
                  </a:ext>
                </a:extLst>
              </p:cNvPr>
              <p:cNvSpPr/>
              <p:nvPr/>
            </p:nvSpPr>
            <p:spPr>
              <a:xfrm>
                <a:off x="3964404" y="2256422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EB12028-0E56-7D88-11A3-13590D8BF40F}"/>
                  </a:ext>
                </a:extLst>
              </p:cNvPr>
              <p:cNvSpPr/>
              <p:nvPr/>
            </p:nvSpPr>
            <p:spPr>
              <a:xfrm>
                <a:off x="3964404" y="3187868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E7907A2-A895-AB0A-BEA1-9E59CFCF15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56309" y="1416717"/>
                <a:ext cx="469733" cy="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61606B8-7DF6-1D03-8D5D-EE561A1A56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9593" y="2379745"/>
                <a:ext cx="532899" cy="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33E4EAA-90FA-B1D3-6E83-1E2DB9EF8E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69593" y="3318710"/>
                <a:ext cx="469733" cy="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62284A7-F949-E3B0-1D7E-194C8988ABB8}"/>
                  </a:ext>
                </a:extLst>
              </p:cNvPr>
              <p:cNvSpPr/>
              <p:nvPr/>
            </p:nvSpPr>
            <p:spPr>
              <a:xfrm>
                <a:off x="4918908" y="2256422"/>
                <a:ext cx="234616" cy="246647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752ADE3-AF69-2307-A44F-F9A4129601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60670" y="1505700"/>
                <a:ext cx="708107" cy="75072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80DD780D-7796-F638-3086-CD3EE9E99D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56167" y="2516859"/>
                <a:ext cx="664995" cy="7391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24933EB-EFF1-1F0D-DEB5-EB495B28D0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36129" y="2379746"/>
                <a:ext cx="469733" cy="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C86DB157-2BBA-A60B-3ECC-B68797AE60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2497" y="1545051"/>
                <a:ext cx="593054" cy="71137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2112635-7595-DBEC-8D90-ED0BD99010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6532" y="1583403"/>
                <a:ext cx="748901" cy="152375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4F0DE731-1AE5-9FBA-B9C9-DB64AEF214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6202" y="1540041"/>
                <a:ext cx="598071" cy="7163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1F09C2EB-AE26-A207-6776-6C198814E6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9923" y="2535653"/>
                <a:ext cx="622569" cy="69482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67C4B9F8-0158-2F14-19B1-CD571EC797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15526" y="2535653"/>
                <a:ext cx="560659" cy="71337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59100F15-3A0E-7696-10D8-AAE4D950E6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65383" y="1624263"/>
                <a:ext cx="735180" cy="14828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5AD1C973-1DF3-FF2F-A0A8-1E46A297558F}"/>
                </a:ext>
              </a:extLst>
            </p:cNvPr>
            <p:cNvSpPr/>
            <p:nvPr/>
          </p:nvSpPr>
          <p:spPr>
            <a:xfrm>
              <a:off x="7994210" y="3513035"/>
              <a:ext cx="2985026" cy="2023198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187491D-C41B-09A4-1D0F-9CD67A7A3F69}"/>
                </a:ext>
              </a:extLst>
            </p:cNvPr>
            <p:cNvCxnSpPr>
              <a:cxnSpLocks/>
              <a:stCxn id="4" idx="2"/>
              <a:endCxn id="49" idx="0"/>
            </p:cNvCxnSpPr>
            <p:nvPr/>
          </p:nvCxnSpPr>
          <p:spPr>
            <a:xfrm flipH="1">
              <a:off x="9486723" y="3021397"/>
              <a:ext cx="1" cy="491638"/>
            </a:xfrm>
            <a:prstGeom prst="line">
              <a:avLst/>
            </a:prstGeom>
            <a:ln w="127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884341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154428-66EC-4E22-A563-828CCBB8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7" y="1016000"/>
            <a:ext cx="9482667" cy="1143000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Machine learning and neural networks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0B0DF5F-783A-4935-9D22-045F60E8C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507" y="1820890"/>
            <a:ext cx="6508339" cy="4719610"/>
          </a:xfrm>
        </p:spPr>
        <p:txBody>
          <a:bodyPr vert="horz" lIns="0" tIns="0" rIns="0" bIns="0" rtlCol="0">
            <a:normAutofit/>
          </a:bodyPr>
          <a:lstStyle/>
          <a:p>
            <a:pPr marL="456565" indent="-456565">
              <a:lnSpc>
                <a:spcPct val="100000"/>
              </a:lnSpc>
            </a:pPr>
            <a:r>
              <a:rPr lang="en-US" sz="2000" dirty="0"/>
              <a:t>How good the network predictions are is measured with the loss function. Example: mean squared error.</a:t>
            </a:r>
          </a:p>
          <a:p>
            <a:pPr marL="456565" indent="-456565">
              <a:lnSpc>
                <a:spcPct val="100000"/>
              </a:lnSpc>
            </a:pPr>
            <a:r>
              <a:rPr lang="en-US" sz="2000" dirty="0"/>
              <a:t>The task is to minimize the loss function.</a:t>
            </a:r>
          </a:p>
          <a:p>
            <a:pPr marL="456565" indent="-456565">
              <a:lnSpc>
                <a:spcPct val="100000"/>
              </a:lnSpc>
            </a:pPr>
            <a:r>
              <a:rPr lang="en-US" sz="2000" dirty="0"/>
              <a:t>The learning procedure often goes something like this:</a:t>
            </a:r>
          </a:p>
          <a:p>
            <a:pPr marL="989951" lvl="1" indent="-456565">
              <a:lnSpc>
                <a:spcPct val="100000"/>
              </a:lnSpc>
            </a:pPr>
            <a:r>
              <a:rPr lang="en-US" sz="1700" dirty="0"/>
              <a:t>Start with some random guess of parameter values.</a:t>
            </a:r>
          </a:p>
          <a:p>
            <a:pPr marL="989951" lvl="1" indent="-456565">
              <a:lnSpc>
                <a:spcPct val="100000"/>
              </a:lnSpc>
            </a:pPr>
            <a:r>
              <a:rPr lang="en-US" sz="1700" dirty="0"/>
              <a:t>Repeat the following:</a:t>
            </a:r>
          </a:p>
          <a:p>
            <a:pPr marL="989951" lvl="1" indent="-456565">
              <a:lnSpc>
                <a:spcPct val="100000"/>
              </a:lnSpc>
              <a:buFont typeface="+mj-lt"/>
              <a:buAutoNum type="arabicPeriod"/>
            </a:pPr>
            <a:r>
              <a:rPr lang="en-US" sz="1700" dirty="0"/>
              <a:t>Measure how good the network predictions are: evaluate the loss function.</a:t>
            </a:r>
          </a:p>
          <a:p>
            <a:pPr marL="989951" lvl="1" indent="-456565">
              <a:lnSpc>
                <a:spcPct val="100000"/>
              </a:lnSpc>
              <a:buFont typeface="+mj-lt"/>
              <a:buAutoNum type="arabicPeriod"/>
            </a:pPr>
            <a:r>
              <a:rPr lang="en-US" sz="1700" dirty="0"/>
              <a:t>Modify the parameters incrementally to make a small improvement in the loss. </a:t>
            </a:r>
          </a:p>
          <a:p>
            <a:pPr marL="456565" indent="-456565">
              <a:lnSpc>
                <a:spcPct val="100000"/>
              </a:lnSpc>
            </a:pPr>
            <a:r>
              <a:rPr lang="en-US" sz="1700" dirty="0"/>
              <a:t>Step 2 is gradient descent on the loss function: compute the derivate of the loss and take a step in the direction where it decreases the most.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B530F212-8236-314A-77BE-C3F0229C45D0}"/>
              </a:ext>
            </a:extLst>
          </p:cNvPr>
          <p:cNvGrpSpPr/>
          <p:nvPr/>
        </p:nvGrpSpPr>
        <p:grpSpPr>
          <a:xfrm>
            <a:off x="7999435" y="2257902"/>
            <a:ext cx="3464280" cy="2013806"/>
            <a:chOff x="8086466" y="2102040"/>
            <a:chExt cx="3464280" cy="201380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C39D211-2198-792D-620F-DDBECE5A028C}"/>
                </a:ext>
              </a:extLst>
            </p:cNvPr>
            <p:cNvSpPr/>
            <p:nvPr/>
          </p:nvSpPr>
          <p:spPr>
            <a:xfrm>
              <a:off x="8496000" y="2160000"/>
              <a:ext cx="1899143" cy="1387711"/>
            </a:xfrm>
            <a:custGeom>
              <a:avLst/>
              <a:gdLst>
                <a:gd name="connsiteX0" fmla="*/ 0 w 1899143"/>
                <a:gd name="connsiteY0" fmla="*/ 352800 h 1387711"/>
                <a:gd name="connsiteX1" fmla="*/ 136800 w 1899143"/>
                <a:gd name="connsiteY1" fmla="*/ 770400 h 1387711"/>
                <a:gd name="connsiteX2" fmla="*/ 374400 w 1899143"/>
                <a:gd name="connsiteY2" fmla="*/ 1087200 h 1387711"/>
                <a:gd name="connsiteX3" fmla="*/ 655200 w 1899143"/>
                <a:gd name="connsiteY3" fmla="*/ 1317600 h 1387711"/>
                <a:gd name="connsiteX4" fmla="*/ 1137600 w 1899143"/>
                <a:gd name="connsiteY4" fmla="*/ 1368000 h 1387711"/>
                <a:gd name="connsiteX5" fmla="*/ 1490400 w 1899143"/>
                <a:gd name="connsiteY5" fmla="*/ 1022400 h 1387711"/>
                <a:gd name="connsiteX6" fmla="*/ 1648800 w 1899143"/>
                <a:gd name="connsiteY6" fmla="*/ 568800 h 1387711"/>
                <a:gd name="connsiteX7" fmla="*/ 1879200 w 1899143"/>
                <a:gd name="connsiteY7" fmla="*/ 115200 h 1387711"/>
                <a:gd name="connsiteX8" fmla="*/ 1872000 w 1899143"/>
                <a:gd name="connsiteY8" fmla="*/ 0 h 138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9143" h="1387711">
                  <a:moveTo>
                    <a:pt x="0" y="352800"/>
                  </a:moveTo>
                  <a:cubicBezTo>
                    <a:pt x="37200" y="500400"/>
                    <a:pt x="74400" y="648000"/>
                    <a:pt x="136800" y="770400"/>
                  </a:cubicBezTo>
                  <a:cubicBezTo>
                    <a:pt x="199200" y="892800"/>
                    <a:pt x="288000" y="996000"/>
                    <a:pt x="374400" y="1087200"/>
                  </a:cubicBezTo>
                  <a:cubicBezTo>
                    <a:pt x="460800" y="1178400"/>
                    <a:pt x="528000" y="1270800"/>
                    <a:pt x="655200" y="1317600"/>
                  </a:cubicBezTo>
                  <a:cubicBezTo>
                    <a:pt x="782400" y="1364400"/>
                    <a:pt x="998400" y="1417200"/>
                    <a:pt x="1137600" y="1368000"/>
                  </a:cubicBezTo>
                  <a:cubicBezTo>
                    <a:pt x="1276800" y="1318800"/>
                    <a:pt x="1405200" y="1155600"/>
                    <a:pt x="1490400" y="1022400"/>
                  </a:cubicBezTo>
                  <a:cubicBezTo>
                    <a:pt x="1575600" y="889200"/>
                    <a:pt x="1584000" y="720000"/>
                    <a:pt x="1648800" y="568800"/>
                  </a:cubicBezTo>
                  <a:cubicBezTo>
                    <a:pt x="1713600" y="417600"/>
                    <a:pt x="1842000" y="210000"/>
                    <a:pt x="1879200" y="115200"/>
                  </a:cubicBezTo>
                  <a:cubicBezTo>
                    <a:pt x="1916400" y="20400"/>
                    <a:pt x="1894200" y="10200"/>
                    <a:pt x="1872000" y="0"/>
                  </a:cubicBezTo>
                </a:path>
              </a:pathLst>
            </a:cu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5754C6C-0B45-C6CA-D86D-6A4D000803C4}"/>
                    </a:ext>
                  </a:extLst>
                </p14:cNvPr>
                <p14:cNvContentPartPr/>
                <p14:nvPr/>
              </p14:nvContentPartPr>
              <p14:xfrm>
                <a:off x="9028440" y="2420640"/>
                <a:ext cx="1519200" cy="993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5754C6C-0B45-C6CA-D86D-6A4D000803C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19440" y="2411640"/>
                  <a:ext cx="153684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CBBC373-ED6F-E738-880C-EF08185E15E7}"/>
                    </a:ext>
                  </a:extLst>
                </p14:cNvPr>
                <p14:cNvContentPartPr/>
                <p14:nvPr/>
              </p14:nvContentPartPr>
              <p14:xfrm>
                <a:off x="9074666" y="2621486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CBBC373-ED6F-E738-880C-EF08185E15E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057026" y="260384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FB135FA-9335-0FBB-F9DA-B247B7D98B18}"/>
                    </a:ext>
                  </a:extLst>
                </p14:cNvPr>
                <p14:cNvContentPartPr/>
                <p14:nvPr/>
              </p14:nvContentPartPr>
              <p14:xfrm>
                <a:off x="9141626" y="2811926"/>
                <a:ext cx="360" cy="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FB135FA-9335-0FBB-F9DA-B247B7D98B1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23626" y="279428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FEAE362-D575-093C-874E-CD8BA2B91061}"/>
                    </a:ext>
                  </a:extLst>
                </p14:cNvPr>
                <p14:cNvContentPartPr/>
                <p14:nvPr/>
              </p14:nvContentPartPr>
              <p14:xfrm>
                <a:off x="9234146" y="2981126"/>
                <a:ext cx="360" cy="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FEAE362-D575-093C-874E-CD8BA2B9106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216506" y="296312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EB5D3E60-8F89-3392-6939-D2E5221AB464}"/>
                </a:ext>
              </a:extLst>
            </p:cNvPr>
            <p:cNvGrpSpPr/>
            <p:nvPr/>
          </p:nvGrpSpPr>
          <p:grpSpPr>
            <a:xfrm>
              <a:off x="9336746" y="3171566"/>
              <a:ext cx="319320" cy="217080"/>
              <a:chOff x="9336746" y="3171566"/>
              <a:chExt cx="319320" cy="217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67" name="Ink 66">
                    <a:extLst>
                      <a:ext uri="{FF2B5EF4-FFF2-40B4-BE49-F238E27FC236}">
                        <a16:creationId xmlns:a16="http://schemas.microsoft.com/office/drawing/2014/main" id="{93B8751E-DE63-EA52-C819-DCDCAD7B39C6}"/>
                      </a:ext>
                    </a:extLst>
                  </p14:cNvPr>
                  <p14:cNvContentPartPr/>
                  <p14:nvPr/>
                </p14:nvContentPartPr>
                <p14:xfrm>
                  <a:off x="9336746" y="3171566"/>
                  <a:ext cx="360" cy="360"/>
                </p14:xfrm>
              </p:contentPart>
            </mc:Choice>
            <mc:Fallback xmlns="">
              <p:pic>
                <p:nvPicPr>
                  <p:cNvPr id="67" name="Ink 66">
                    <a:extLst>
                      <a:ext uri="{FF2B5EF4-FFF2-40B4-BE49-F238E27FC236}">
                        <a16:creationId xmlns:a16="http://schemas.microsoft.com/office/drawing/2014/main" id="{93B8751E-DE63-EA52-C819-DCDCAD7B39C6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318746" y="3153926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3090CB39-51C4-373F-F694-CEB42953F9E7}"/>
                      </a:ext>
                    </a:extLst>
                  </p14:cNvPr>
                  <p14:cNvContentPartPr/>
                  <p14:nvPr/>
                </p14:nvContentPartPr>
                <p14:xfrm>
                  <a:off x="9462746" y="3302606"/>
                  <a:ext cx="360" cy="360"/>
                </p14:xfrm>
              </p:contentPart>
            </mc:Choice>
            <mc:Fallback xmlns=""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3090CB39-51C4-373F-F694-CEB42953F9E7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445106" y="3284606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7E00DB33-78FE-CFFE-B02A-64FAB12BB253}"/>
                      </a:ext>
                    </a:extLst>
                  </p14:cNvPr>
                  <p14:cNvContentPartPr/>
                  <p14:nvPr/>
                </p14:nvContentPartPr>
                <p14:xfrm>
                  <a:off x="9560666" y="3355166"/>
                  <a:ext cx="360" cy="36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7E00DB33-78FE-CFFE-B02A-64FAB12BB253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542666" y="3337166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34A77B75-1F82-DAAC-80CC-733EB6FAA619}"/>
                      </a:ext>
                    </a:extLst>
                  </p14:cNvPr>
                  <p14:cNvContentPartPr/>
                  <p14:nvPr/>
                </p14:nvContentPartPr>
                <p14:xfrm>
                  <a:off x="9655706" y="3388286"/>
                  <a:ext cx="360" cy="36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34A77B75-1F82-DAAC-80CC-733EB6FAA619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638066" y="3370646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E090CE9-E40F-66B4-9966-DADFE3E630E2}"/>
                    </a:ext>
                  </a:extLst>
                </p14:cNvPr>
                <p14:cNvContentPartPr/>
                <p14:nvPr/>
              </p14:nvContentPartPr>
              <p14:xfrm>
                <a:off x="9774866" y="3400166"/>
                <a:ext cx="360" cy="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E090CE9-E40F-66B4-9966-DADFE3E630E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756866" y="338252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8F4F1FC-F20A-C141-7495-D024ADD8D776}"/>
                    </a:ext>
                  </a:extLst>
                </p14:cNvPr>
                <p14:cNvContentPartPr/>
                <p14:nvPr/>
              </p14:nvContentPartPr>
              <p14:xfrm>
                <a:off x="9110306" y="2613926"/>
                <a:ext cx="642240" cy="748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8F4F1FC-F20A-C141-7495-D024ADD8D77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01666" y="2604926"/>
                  <a:ext cx="659880" cy="7660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B94B7534-619D-CB9B-A4EF-DE29CBE488C2}"/>
                </a:ext>
              </a:extLst>
            </p:cNvPr>
            <p:cNvGrpSpPr/>
            <p:nvPr/>
          </p:nvGrpSpPr>
          <p:grpSpPr>
            <a:xfrm>
              <a:off x="8086466" y="2102040"/>
              <a:ext cx="3464280" cy="2013806"/>
              <a:chOff x="8086466" y="2102040"/>
              <a:chExt cx="3464280" cy="2013806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15CF3A45-D479-CB4B-7286-EF5B198690A0}"/>
                      </a:ext>
                    </a:extLst>
                  </p14:cNvPr>
                  <p14:cNvContentPartPr/>
                  <p14:nvPr/>
                </p14:nvContentPartPr>
                <p14:xfrm>
                  <a:off x="8704800" y="2203200"/>
                  <a:ext cx="2435760" cy="155772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15CF3A45-D479-CB4B-7286-EF5B198690A0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8695800" y="2194200"/>
                    <a:ext cx="2453400" cy="1575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BB4DFB84-D242-A830-7A97-385B7ADD1618}"/>
                      </a:ext>
                    </a:extLst>
                  </p14:cNvPr>
                  <p14:cNvContentPartPr/>
                  <p14:nvPr/>
                </p14:nvContentPartPr>
                <p14:xfrm>
                  <a:off x="10958400" y="3534840"/>
                  <a:ext cx="331560" cy="28116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BB4DFB84-D242-A830-7A97-385B7ADD1618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10949400" y="3525840"/>
                    <a:ext cx="349200" cy="29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FDFFB049-9ABD-F0AA-154A-F33F6E79C9E6}"/>
                      </a:ext>
                    </a:extLst>
                  </p14:cNvPr>
                  <p14:cNvContentPartPr/>
                  <p14:nvPr/>
                </p14:nvContentPartPr>
                <p14:xfrm>
                  <a:off x="8589240" y="2102040"/>
                  <a:ext cx="324000" cy="258120"/>
                </p14:xfrm>
              </p:contentPart>
            </mc:Choice>
            <mc:Fallback xmlns=""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FDFFB049-9ABD-F0AA-154A-F33F6E79C9E6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8580600" y="2093040"/>
                    <a:ext cx="341640" cy="275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EDC6F43C-74E9-2102-ED20-05E9FD9C9458}"/>
                      </a:ext>
                    </a:extLst>
                  </p14:cNvPr>
                  <p14:cNvContentPartPr/>
                  <p14:nvPr/>
                </p14:nvContentPartPr>
                <p14:xfrm>
                  <a:off x="8509320" y="2138040"/>
                  <a:ext cx="152640" cy="288720"/>
                </p14:xfrm>
              </p:contentPart>
            </mc:Choice>
            <mc:Fallback xmlns=""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EDC6F43C-74E9-2102-ED20-05E9FD9C9458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8500680" y="2129400"/>
                    <a:ext cx="170280" cy="306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C42EA8A5-C2F1-F7B7-91FC-9889435A0064}"/>
                      </a:ext>
                    </a:extLst>
                  </p14:cNvPr>
                  <p14:cNvContentPartPr/>
                  <p14:nvPr/>
                </p14:nvContentPartPr>
                <p14:xfrm>
                  <a:off x="8086466" y="2300006"/>
                  <a:ext cx="115920" cy="219240"/>
                </p14:xfrm>
              </p:contentPart>
            </mc:Choice>
            <mc:Fallback xmlns=""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C42EA8A5-C2F1-F7B7-91FC-9889435A0064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8077826" y="2291366"/>
                    <a:ext cx="133560" cy="236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41A622D9-AE68-8A58-A68A-ECF142D96A19}"/>
                      </a:ext>
                    </a:extLst>
                  </p14:cNvPr>
                  <p14:cNvContentPartPr/>
                  <p14:nvPr/>
                </p14:nvContentPartPr>
                <p14:xfrm>
                  <a:off x="8222186" y="2447606"/>
                  <a:ext cx="81720" cy="88560"/>
                </p14:xfrm>
              </p:contentPart>
            </mc:Choice>
            <mc:Fallback xmlns=""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41A622D9-AE68-8A58-A68A-ECF142D96A19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8213546" y="2438606"/>
                    <a:ext cx="99360" cy="106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F66CBEE4-5973-793A-95D3-853809282D33}"/>
                      </a:ext>
                    </a:extLst>
                  </p14:cNvPr>
                  <p14:cNvContentPartPr/>
                  <p14:nvPr/>
                </p14:nvContentPartPr>
                <p14:xfrm>
                  <a:off x="8352866" y="2456246"/>
                  <a:ext cx="55440" cy="106200"/>
                </p14:xfrm>
              </p:contentPart>
            </mc:Choice>
            <mc:Fallback xmlns=""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F66CBEE4-5973-793A-95D3-853809282D33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343866" y="2447606"/>
                    <a:ext cx="73080" cy="12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25DAB64A-9469-F317-3B03-D9A432EFC52A}"/>
                      </a:ext>
                    </a:extLst>
                  </p14:cNvPr>
                  <p14:cNvContentPartPr/>
                  <p14:nvPr/>
                </p14:nvContentPartPr>
                <p14:xfrm>
                  <a:off x="8443226" y="2465966"/>
                  <a:ext cx="81000" cy="130680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25DAB64A-9469-F317-3B03-D9A432EFC52A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8434586" y="2456966"/>
                    <a:ext cx="98640" cy="148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58" name="Ink 57">
                    <a:extLst>
                      <a:ext uri="{FF2B5EF4-FFF2-40B4-BE49-F238E27FC236}">
                        <a16:creationId xmlns:a16="http://schemas.microsoft.com/office/drawing/2014/main" id="{0C18B693-5D54-B831-601C-4A7154316B5C}"/>
                      </a:ext>
                    </a:extLst>
                  </p14:cNvPr>
                  <p14:cNvContentPartPr/>
                  <p14:nvPr/>
                </p14:nvContentPartPr>
                <p14:xfrm>
                  <a:off x="11355986" y="3771686"/>
                  <a:ext cx="168840" cy="344160"/>
                </p14:xfrm>
              </p:contentPart>
            </mc:Choice>
            <mc:Fallback xmlns=""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0C18B693-5D54-B831-601C-4A7154316B5C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11347346" y="3762686"/>
                    <a:ext cx="186480" cy="361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59" name="Ink 58">
                    <a:extLst>
                      <a:ext uri="{FF2B5EF4-FFF2-40B4-BE49-F238E27FC236}">
                        <a16:creationId xmlns:a16="http://schemas.microsoft.com/office/drawing/2014/main" id="{10D380EC-46CE-B001-637B-D5F9A857486D}"/>
                      </a:ext>
                    </a:extLst>
                  </p14:cNvPr>
                  <p14:cNvContentPartPr/>
                  <p14:nvPr/>
                </p14:nvContentPartPr>
                <p14:xfrm>
                  <a:off x="11453546" y="4022966"/>
                  <a:ext cx="97200" cy="13320"/>
                </p14:xfrm>
              </p:contentPart>
            </mc:Choice>
            <mc:Fallback xmlns=""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10D380EC-46CE-B001-637B-D5F9A857486D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11444906" y="4014326"/>
                    <a:ext cx="114840" cy="30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1FFD6A2E-35F3-4DEF-0FFF-532627C6B60F}"/>
                      </a:ext>
                    </a:extLst>
                  </p14:cNvPr>
                  <p14:cNvContentPartPr/>
                  <p14:nvPr/>
                </p14:nvContentPartPr>
                <p14:xfrm>
                  <a:off x="9108146" y="2303246"/>
                  <a:ext cx="487080" cy="261360"/>
                </p14:xfrm>
              </p:contentPart>
            </mc:Choice>
            <mc:Fallback xmlns=""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1FFD6A2E-35F3-4DEF-0FFF-532627C6B60F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9103826" y="2298926"/>
                    <a:ext cx="495720" cy="270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89" name="Ink 88">
                    <a:extLst>
                      <a:ext uri="{FF2B5EF4-FFF2-40B4-BE49-F238E27FC236}">
                        <a16:creationId xmlns:a16="http://schemas.microsoft.com/office/drawing/2014/main" id="{EE0F8B12-24AA-C818-1B69-5B4CEFC4BFCA}"/>
                      </a:ext>
                    </a:extLst>
                  </p14:cNvPr>
                  <p14:cNvContentPartPr/>
                  <p14:nvPr/>
                </p14:nvContentPartPr>
                <p14:xfrm>
                  <a:off x="9636626" y="2231966"/>
                  <a:ext cx="73800" cy="145080"/>
                </p14:xfrm>
              </p:contentPart>
            </mc:Choice>
            <mc:Fallback xmlns="">
              <p:pic>
                <p:nvPicPr>
                  <p:cNvPr id="89" name="Ink 88">
                    <a:extLst>
                      <a:ext uri="{FF2B5EF4-FFF2-40B4-BE49-F238E27FC236}">
                        <a16:creationId xmlns:a16="http://schemas.microsoft.com/office/drawing/2014/main" id="{EE0F8B12-24AA-C818-1B69-5B4CEFC4BFCA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9632306" y="2227646"/>
                    <a:ext cx="82440" cy="153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90" name="Ink 89">
                    <a:extLst>
                      <a:ext uri="{FF2B5EF4-FFF2-40B4-BE49-F238E27FC236}">
                        <a16:creationId xmlns:a16="http://schemas.microsoft.com/office/drawing/2014/main" id="{FE55F58A-62CE-BEFC-ED0A-4EC60FD45FAD}"/>
                      </a:ext>
                    </a:extLst>
                  </p14:cNvPr>
                  <p14:cNvContentPartPr/>
                  <p14:nvPr/>
                </p14:nvContentPartPr>
                <p14:xfrm>
                  <a:off x="9739226" y="2242766"/>
                  <a:ext cx="24480" cy="138960"/>
                </p14:xfrm>
              </p:contentPart>
            </mc:Choice>
            <mc:Fallback xmlns="">
              <p:pic>
                <p:nvPicPr>
                  <p:cNvPr id="90" name="Ink 89">
                    <a:extLst>
                      <a:ext uri="{FF2B5EF4-FFF2-40B4-BE49-F238E27FC236}">
                        <a16:creationId xmlns:a16="http://schemas.microsoft.com/office/drawing/2014/main" id="{FE55F58A-62CE-BEFC-ED0A-4EC60FD45FAD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9734906" y="2238446"/>
                    <a:ext cx="33120" cy="147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91" name="Ink 90">
                    <a:extLst>
                      <a:ext uri="{FF2B5EF4-FFF2-40B4-BE49-F238E27FC236}">
                        <a16:creationId xmlns:a16="http://schemas.microsoft.com/office/drawing/2014/main" id="{C4D3ADB3-18CF-0A0C-66C7-F5D2E577BA02}"/>
                      </a:ext>
                    </a:extLst>
                  </p14:cNvPr>
                  <p14:cNvContentPartPr/>
                  <p14:nvPr/>
                </p14:nvContentPartPr>
                <p14:xfrm>
                  <a:off x="9720146" y="2291366"/>
                  <a:ext cx="69120" cy="21240"/>
                </p14:xfrm>
              </p:contentPart>
            </mc:Choice>
            <mc:Fallback xmlns="">
              <p:pic>
                <p:nvPicPr>
                  <p:cNvPr id="91" name="Ink 90">
                    <a:extLst>
                      <a:ext uri="{FF2B5EF4-FFF2-40B4-BE49-F238E27FC236}">
                        <a16:creationId xmlns:a16="http://schemas.microsoft.com/office/drawing/2014/main" id="{C4D3ADB3-18CF-0A0C-66C7-F5D2E577BA02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9715826" y="2287046"/>
                    <a:ext cx="77760" cy="29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92" name="Ink 91">
                    <a:extLst>
                      <a:ext uri="{FF2B5EF4-FFF2-40B4-BE49-F238E27FC236}">
                        <a16:creationId xmlns:a16="http://schemas.microsoft.com/office/drawing/2014/main" id="{FD4EC5F0-CA0A-92AA-E9BF-EAC7808B7635}"/>
                      </a:ext>
                    </a:extLst>
                  </p14:cNvPr>
                  <p14:cNvContentPartPr/>
                  <p14:nvPr/>
                </p14:nvContentPartPr>
                <p14:xfrm>
                  <a:off x="9798266" y="2306486"/>
                  <a:ext cx="93240" cy="70560"/>
                </p14:xfrm>
              </p:contentPart>
            </mc:Choice>
            <mc:Fallback xmlns="">
              <p:pic>
                <p:nvPicPr>
                  <p:cNvPr id="92" name="Ink 91">
                    <a:extLst>
                      <a:ext uri="{FF2B5EF4-FFF2-40B4-BE49-F238E27FC236}">
                        <a16:creationId xmlns:a16="http://schemas.microsoft.com/office/drawing/2014/main" id="{FD4EC5F0-CA0A-92AA-E9BF-EAC7808B7635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9793946" y="2302166"/>
                    <a:ext cx="101880" cy="79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93" name="Ink 92">
                    <a:extLst>
                      <a:ext uri="{FF2B5EF4-FFF2-40B4-BE49-F238E27FC236}">
                        <a16:creationId xmlns:a16="http://schemas.microsoft.com/office/drawing/2014/main" id="{01DAE28C-B952-556E-BF7E-AC5C51F52ED1}"/>
                      </a:ext>
                    </a:extLst>
                  </p14:cNvPr>
                  <p14:cNvContentPartPr/>
                  <p14:nvPr/>
                </p14:nvContentPartPr>
                <p14:xfrm>
                  <a:off x="9903386" y="2282726"/>
                  <a:ext cx="63720" cy="81720"/>
                </p14:xfrm>
              </p:contentPart>
            </mc:Choice>
            <mc:Fallback xmlns="">
              <p:pic>
                <p:nvPicPr>
                  <p:cNvPr id="93" name="Ink 92">
                    <a:extLst>
                      <a:ext uri="{FF2B5EF4-FFF2-40B4-BE49-F238E27FC236}">
                        <a16:creationId xmlns:a16="http://schemas.microsoft.com/office/drawing/2014/main" id="{01DAE28C-B952-556E-BF7E-AC5C51F52ED1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9899066" y="2278406"/>
                    <a:ext cx="72360" cy="90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94" name="Ink 93">
                    <a:extLst>
                      <a:ext uri="{FF2B5EF4-FFF2-40B4-BE49-F238E27FC236}">
                        <a16:creationId xmlns:a16="http://schemas.microsoft.com/office/drawing/2014/main" id="{EA755B1A-FBBB-4398-A6B1-0E2CF6AAF256}"/>
                      </a:ext>
                    </a:extLst>
                  </p14:cNvPr>
                  <p14:cNvContentPartPr/>
                  <p14:nvPr/>
                </p14:nvContentPartPr>
                <p14:xfrm>
                  <a:off x="9996266" y="2230886"/>
                  <a:ext cx="19440" cy="146880"/>
                </p14:xfrm>
              </p:contentPart>
            </mc:Choice>
            <mc:Fallback xmlns="">
              <p:pic>
                <p:nvPicPr>
                  <p:cNvPr id="94" name="Ink 93">
                    <a:extLst>
                      <a:ext uri="{FF2B5EF4-FFF2-40B4-BE49-F238E27FC236}">
                        <a16:creationId xmlns:a16="http://schemas.microsoft.com/office/drawing/2014/main" id="{EA755B1A-FBBB-4398-A6B1-0E2CF6AAF256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9991946" y="2226566"/>
                    <a:ext cx="28080" cy="155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95" name="Ink 94">
                    <a:extLst>
                      <a:ext uri="{FF2B5EF4-FFF2-40B4-BE49-F238E27FC236}">
                        <a16:creationId xmlns:a16="http://schemas.microsoft.com/office/drawing/2014/main" id="{B7CF94D8-75F1-7D91-E0CC-B717F4EAC4FA}"/>
                      </a:ext>
                    </a:extLst>
                  </p14:cNvPr>
                  <p14:cNvContentPartPr/>
                  <p14:nvPr/>
                </p14:nvContentPartPr>
                <p14:xfrm>
                  <a:off x="9962786" y="2302166"/>
                  <a:ext cx="86040" cy="7560"/>
                </p14:xfrm>
              </p:contentPart>
            </mc:Choice>
            <mc:Fallback xmlns="">
              <p:pic>
                <p:nvPicPr>
                  <p:cNvPr id="95" name="Ink 94">
                    <a:extLst>
                      <a:ext uri="{FF2B5EF4-FFF2-40B4-BE49-F238E27FC236}">
                        <a16:creationId xmlns:a16="http://schemas.microsoft.com/office/drawing/2014/main" id="{B7CF94D8-75F1-7D91-E0CC-B717F4EAC4FA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9958466" y="2297846"/>
                    <a:ext cx="94680" cy="162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EC01D75-F108-2548-F20F-1DEFB6D367A1}"/>
                    </a:ext>
                  </a:extLst>
                </p14:cNvPr>
                <p14:cNvContentPartPr/>
                <p14:nvPr/>
              </p14:nvContentPartPr>
              <p14:xfrm>
                <a:off x="9782786" y="3466766"/>
                <a:ext cx="179640" cy="174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EC01D75-F108-2548-F20F-1DEFB6D367A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778466" y="3462446"/>
                  <a:ext cx="188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5A4A03B-330E-4E02-22A2-CCA2905059DE}"/>
                    </a:ext>
                  </a:extLst>
                </p14:cNvPr>
                <p14:cNvContentPartPr/>
                <p14:nvPr/>
              </p14:nvContentPartPr>
              <p14:xfrm>
                <a:off x="9100946" y="2528606"/>
                <a:ext cx="59760" cy="39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5A4A03B-330E-4E02-22A2-CCA2905059D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096626" y="2524286"/>
                  <a:ext cx="68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36FAC71-DFFE-C100-B1A9-46AABB712CD1}"/>
                    </a:ext>
                  </a:extLst>
                </p14:cNvPr>
                <p14:cNvContentPartPr/>
                <p14:nvPr/>
              </p14:nvContentPartPr>
              <p14:xfrm>
                <a:off x="10123706" y="3614366"/>
                <a:ext cx="32400" cy="33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36FAC71-DFFE-C100-B1A9-46AABB712CD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19386" y="3610046"/>
                  <a:ext cx="41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9776D4F-D76F-B439-FF96-835E9BFC2C85}"/>
                    </a:ext>
                  </a:extLst>
                </p14:cNvPr>
                <p14:cNvContentPartPr/>
                <p14:nvPr/>
              </p14:nvContentPartPr>
              <p14:xfrm>
                <a:off x="10170146" y="3619406"/>
                <a:ext cx="34560" cy="36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9776D4F-D76F-B439-FF96-835E9BFC2C8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165826" y="3615086"/>
                  <a:ext cx="43200" cy="446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4DFECFB-9F92-6CF7-40CC-00FF26212CB1}"/>
                </a:ext>
              </a:extLst>
            </p:cNvPr>
            <p:cNvGrpSpPr/>
            <p:nvPr/>
          </p:nvGrpSpPr>
          <p:grpSpPr>
            <a:xfrm>
              <a:off x="9756506" y="3454886"/>
              <a:ext cx="576000" cy="219600"/>
              <a:chOff x="9756506" y="3454886"/>
              <a:chExt cx="576000" cy="219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100" name="Ink 99">
                    <a:extLst>
                      <a:ext uri="{FF2B5EF4-FFF2-40B4-BE49-F238E27FC236}">
                        <a16:creationId xmlns:a16="http://schemas.microsoft.com/office/drawing/2014/main" id="{8F19CC02-BBF8-659E-754D-46D3FF6411F1}"/>
                      </a:ext>
                    </a:extLst>
                  </p14:cNvPr>
                  <p14:cNvContentPartPr/>
                  <p14:nvPr/>
                </p14:nvContentPartPr>
                <p14:xfrm>
                  <a:off x="9756506" y="3462086"/>
                  <a:ext cx="25560" cy="12600"/>
                </p14:xfrm>
              </p:contentPart>
            </mc:Choice>
            <mc:Fallback xmlns="">
              <p:pic>
                <p:nvPicPr>
                  <p:cNvPr id="100" name="Ink 99">
                    <a:extLst>
                      <a:ext uri="{FF2B5EF4-FFF2-40B4-BE49-F238E27FC236}">
                        <a16:creationId xmlns:a16="http://schemas.microsoft.com/office/drawing/2014/main" id="{8F19CC02-BBF8-659E-754D-46D3FF6411F1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9752186" y="3457766"/>
                    <a:ext cx="34200" cy="21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101" name="Ink 100">
                    <a:extLst>
                      <a:ext uri="{FF2B5EF4-FFF2-40B4-BE49-F238E27FC236}">
                        <a16:creationId xmlns:a16="http://schemas.microsoft.com/office/drawing/2014/main" id="{3431DD99-227B-A81C-6781-E740244F9780}"/>
                      </a:ext>
                    </a:extLst>
                  </p14:cNvPr>
                  <p14:cNvContentPartPr/>
                  <p14:nvPr/>
                </p14:nvContentPartPr>
                <p14:xfrm>
                  <a:off x="9784226" y="3454886"/>
                  <a:ext cx="22680" cy="16560"/>
                </p14:xfrm>
              </p:contentPart>
            </mc:Choice>
            <mc:Fallback xmlns="">
              <p:pic>
                <p:nvPicPr>
                  <p:cNvPr id="101" name="Ink 100">
                    <a:extLst>
                      <a:ext uri="{FF2B5EF4-FFF2-40B4-BE49-F238E27FC236}">
                        <a16:creationId xmlns:a16="http://schemas.microsoft.com/office/drawing/2014/main" id="{3431DD99-227B-A81C-6781-E740244F9780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9779906" y="3450566"/>
                    <a:ext cx="31320" cy="25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33572677-B044-44A0-C4FF-AFBBD017809C}"/>
                      </a:ext>
                    </a:extLst>
                  </p14:cNvPr>
                  <p14:cNvContentPartPr/>
                  <p14:nvPr/>
                </p14:nvContentPartPr>
                <p14:xfrm>
                  <a:off x="10010666" y="3600326"/>
                  <a:ext cx="62280" cy="44640"/>
                </p14:xfrm>
              </p:contentPart>
            </mc:Choice>
            <mc:Fallback xmlns=""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33572677-B044-44A0-C4FF-AFBBD017809C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10006346" y="3596006"/>
                    <a:ext cx="70920" cy="53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772F9AC6-44D3-0A76-EE42-482AF30207C3}"/>
                      </a:ext>
                    </a:extLst>
                  </p14:cNvPr>
                  <p14:cNvContentPartPr/>
                  <p14:nvPr/>
                </p14:nvContentPartPr>
                <p14:xfrm>
                  <a:off x="10096346" y="3616886"/>
                  <a:ext cx="2880" cy="2880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772F9AC6-44D3-0A76-EE42-482AF30207C3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10092026" y="3612566"/>
                    <a:ext cx="11520" cy="37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5608C7FB-1932-8238-9418-C6E514F151F8}"/>
                      </a:ext>
                    </a:extLst>
                  </p14:cNvPr>
                  <p14:cNvContentPartPr/>
                  <p14:nvPr/>
                </p14:nvContentPartPr>
                <p14:xfrm>
                  <a:off x="10101026" y="3585926"/>
                  <a:ext cx="360" cy="36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5608C7FB-1932-8238-9418-C6E514F151F8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10096706" y="3581606"/>
                    <a:ext cx="9000" cy="9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ABBE06E9-0406-8F87-3858-0EE4CA058C78}"/>
                      </a:ext>
                    </a:extLst>
                  </p14:cNvPr>
                  <p14:cNvContentPartPr/>
                  <p14:nvPr/>
                </p14:nvContentPartPr>
                <p14:xfrm>
                  <a:off x="10223786" y="3623726"/>
                  <a:ext cx="33120" cy="42480"/>
                </p14:xfrm>
              </p:contentPart>
            </mc:Choice>
            <mc:Fallback xmlns=""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ABBE06E9-0406-8F87-3858-0EE4CA058C78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10219466" y="3619406"/>
                    <a:ext cx="41760" cy="51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43F5D76C-CDB0-2DA1-00C4-898AFC756DC1}"/>
                      </a:ext>
                    </a:extLst>
                  </p14:cNvPr>
                  <p14:cNvContentPartPr/>
                  <p14:nvPr/>
                </p14:nvContentPartPr>
                <p14:xfrm>
                  <a:off x="10270226" y="3630566"/>
                  <a:ext cx="27360" cy="35640"/>
                </p14:xfrm>
              </p:contentPart>
            </mc:Choice>
            <mc:Fallback xmlns=""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43F5D76C-CDB0-2DA1-00C4-898AFC756DC1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10265906" y="3626246"/>
                    <a:ext cx="36000" cy="4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5C40F5BD-896B-4C44-99FC-0441365DAB8A}"/>
                      </a:ext>
                    </a:extLst>
                  </p14:cNvPr>
                  <p14:cNvContentPartPr/>
                  <p14:nvPr/>
                </p14:nvContentPartPr>
                <p14:xfrm>
                  <a:off x="10329626" y="3571526"/>
                  <a:ext cx="2880" cy="71640"/>
                </p14:xfrm>
              </p:contentPart>
            </mc:Choice>
            <mc:Fallback xmlns=""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5C40F5BD-896B-4C44-99FC-0441365DAB8A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10325306" y="3567206"/>
                    <a:ext cx="11520" cy="80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D28AE5B1-F181-5DAF-B33D-4F756059C0FF}"/>
                      </a:ext>
                    </a:extLst>
                  </p14:cNvPr>
                  <p14:cNvContentPartPr/>
                  <p14:nvPr/>
                </p14:nvContentPartPr>
                <p14:xfrm>
                  <a:off x="10332146" y="3674126"/>
                  <a:ext cx="360" cy="360"/>
                </p14:xfrm>
              </p:contentPart>
            </mc:Choice>
            <mc:Fallback xmlns=""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D28AE5B1-F181-5DAF-B33D-4F756059C0FF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10327826" y="3669806"/>
                    <a:ext cx="9000" cy="90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E817C162-BB81-AF45-F8A8-CE60819CE811}"/>
              </a:ext>
            </a:extLst>
          </p:cNvPr>
          <p:cNvGrpSpPr/>
          <p:nvPr/>
        </p:nvGrpSpPr>
        <p:grpSpPr>
          <a:xfrm>
            <a:off x="7739066" y="4344666"/>
            <a:ext cx="3850737" cy="1557720"/>
            <a:chOff x="7705263" y="4376046"/>
            <a:chExt cx="3850737" cy="155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2897927-C601-CA57-A0F7-FF76AE515553}"/>
                    </a:ext>
                  </a:extLst>
                </p14:cNvPr>
                <p14:cNvContentPartPr/>
                <p14:nvPr/>
              </p14:nvContentPartPr>
              <p14:xfrm>
                <a:off x="7705263" y="5002902"/>
                <a:ext cx="939970" cy="644151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2897927-C601-CA57-A0F7-FF76AE5155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00941" y="4998581"/>
                  <a:ext cx="948613" cy="652792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92926821-AEA7-828A-5097-80512186A00E}"/>
                </a:ext>
              </a:extLst>
            </p:cNvPr>
            <p:cNvGrpSpPr/>
            <p:nvPr/>
          </p:nvGrpSpPr>
          <p:grpSpPr>
            <a:xfrm>
              <a:off x="8520763" y="4376046"/>
              <a:ext cx="3035237" cy="1557720"/>
              <a:chOff x="8520763" y="4376046"/>
              <a:chExt cx="3035237" cy="1557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0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7E033F47-697C-8F83-5E9C-7B86D6F2B3CB}"/>
                      </a:ext>
                    </a:extLst>
                  </p14:cNvPr>
                  <p14:cNvContentPartPr/>
                  <p14:nvPr/>
                </p14:nvContentPartPr>
                <p14:xfrm>
                  <a:off x="8640729" y="4376046"/>
                  <a:ext cx="2852594" cy="1366477"/>
                </p14:xfrm>
              </p:contentPart>
            </mc:Choice>
            <mc:Fallback xmlns=""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7E033F47-697C-8F83-5E9C-7B86D6F2B3CB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8636409" y="4371725"/>
                    <a:ext cx="2861235" cy="13751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213AB8A6-1082-FCF9-826F-D14C24ABCFCE}"/>
                      </a:ext>
                    </a:extLst>
                  </p14:cNvPr>
                  <p14:cNvContentPartPr/>
                  <p14:nvPr/>
                </p14:nvContentPartPr>
                <p14:xfrm>
                  <a:off x="9718984" y="4487820"/>
                  <a:ext cx="594128" cy="146662"/>
                </p14:xfrm>
              </p:contentPart>
            </mc:Choice>
            <mc:Fallback xmlns=""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213AB8A6-1082-FCF9-826F-D14C24ABCFCE}"/>
                      </a:ext>
                    </a:extLst>
                  </p:cNvPr>
                  <p:cNvPicPr/>
                  <p:nvPr/>
                </p:nvPicPr>
                <p:blipFill>
                  <a:blip r:embed="rId83"/>
                  <a:stretch>
                    <a:fillRect/>
                  </a:stretch>
                </p:blipFill>
                <p:spPr>
                  <a:xfrm>
                    <a:off x="9714666" y="4483496"/>
                    <a:ext cx="602765" cy="15531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192" name="Ink 191">
                    <a:extLst>
                      <a:ext uri="{FF2B5EF4-FFF2-40B4-BE49-F238E27FC236}">
                        <a16:creationId xmlns:a16="http://schemas.microsoft.com/office/drawing/2014/main" id="{A02C217F-D857-F8FF-0061-6F1735E42C57}"/>
                      </a:ext>
                    </a:extLst>
                  </p14:cNvPr>
                  <p14:cNvContentPartPr/>
                  <p14:nvPr/>
                </p14:nvContentPartPr>
                <p14:xfrm>
                  <a:off x="8834621" y="5654656"/>
                  <a:ext cx="2721379" cy="279110"/>
                </p14:xfrm>
              </p:contentPart>
            </mc:Choice>
            <mc:Fallback xmlns="">
              <p:pic>
                <p:nvPicPr>
                  <p:cNvPr id="192" name="Ink 191">
                    <a:extLst>
                      <a:ext uri="{FF2B5EF4-FFF2-40B4-BE49-F238E27FC236}">
                        <a16:creationId xmlns:a16="http://schemas.microsoft.com/office/drawing/2014/main" id="{A02C217F-D857-F8FF-0061-6F1735E42C57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8830301" y="5650334"/>
                    <a:ext cx="2730018" cy="287753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06AB9983-6A7E-8EB9-8A0C-56987AC1E523}"/>
                  </a:ext>
                </a:extLst>
              </p:cNvPr>
              <p:cNvGrpSpPr/>
              <p:nvPr/>
            </p:nvGrpSpPr>
            <p:grpSpPr>
              <a:xfrm>
                <a:off x="9289241" y="4911008"/>
                <a:ext cx="1345812" cy="671286"/>
                <a:chOff x="9503243" y="4993346"/>
                <a:chExt cx="993240" cy="37404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86">
                  <p14:nvContentPartPr>
                    <p14:cNvPr id="193" name="Ink 192">
                      <a:extLst>
                        <a:ext uri="{FF2B5EF4-FFF2-40B4-BE49-F238E27FC236}">
                          <a16:creationId xmlns:a16="http://schemas.microsoft.com/office/drawing/2014/main" id="{DF18DFED-1F54-172E-AE54-EBF8AFC9B4E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03243" y="5264786"/>
                    <a:ext cx="993240" cy="102600"/>
                  </p14:xfrm>
                </p:contentPart>
              </mc:Choice>
              <mc:Fallback xmlns="">
                <p:pic>
                  <p:nvPicPr>
                    <p:cNvPr id="193" name="Ink 192">
                      <a:extLst>
                        <a:ext uri="{FF2B5EF4-FFF2-40B4-BE49-F238E27FC236}">
                          <a16:creationId xmlns:a16="http://schemas.microsoft.com/office/drawing/2014/main" id="{DF18DFED-1F54-172E-AE54-EBF8AFC9B4E6}"/>
                        </a:ext>
                      </a:extLst>
                    </p:cNvPr>
                    <p:cNvPicPr/>
                    <p:nvPr/>
                  </p:nvPicPr>
                  <p:blipFill>
                    <a:blip r:embed="rId87"/>
                    <a:stretch>
                      <a:fillRect/>
                    </a:stretch>
                  </p:blipFill>
                  <p:spPr>
                    <a:xfrm>
                      <a:off x="9500054" y="5262377"/>
                      <a:ext cx="999617" cy="10741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8">
                  <p14:nvContentPartPr>
                    <p14:cNvPr id="194" name="Ink 193">
                      <a:extLst>
                        <a:ext uri="{FF2B5EF4-FFF2-40B4-BE49-F238E27FC236}">
                          <a16:creationId xmlns:a16="http://schemas.microsoft.com/office/drawing/2014/main" id="{8D443C28-F1C0-C7DE-B055-E93FF3BC8BA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608003" y="5124026"/>
                    <a:ext cx="745920" cy="93240"/>
                  </p14:xfrm>
                </p:contentPart>
              </mc:Choice>
              <mc:Fallback xmlns="">
                <p:pic>
                  <p:nvPicPr>
                    <p:cNvPr id="194" name="Ink 193">
                      <a:extLst>
                        <a:ext uri="{FF2B5EF4-FFF2-40B4-BE49-F238E27FC236}">
                          <a16:creationId xmlns:a16="http://schemas.microsoft.com/office/drawing/2014/main" id="{8D443C28-F1C0-C7DE-B055-E93FF3BC8BA8}"/>
                        </a:ext>
                      </a:extLst>
                    </p:cNvPr>
                    <p:cNvPicPr/>
                    <p:nvPr/>
                  </p:nvPicPr>
                  <p:blipFill>
                    <a:blip r:embed="rId89"/>
                    <a:stretch>
                      <a:fillRect/>
                    </a:stretch>
                  </p:blipFill>
                  <p:spPr>
                    <a:xfrm>
                      <a:off x="9604814" y="5121615"/>
                      <a:ext cx="752298" cy="9806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0">
                  <p14:nvContentPartPr>
                    <p14:cNvPr id="196" name="Ink 195">
                      <a:extLst>
                        <a:ext uri="{FF2B5EF4-FFF2-40B4-BE49-F238E27FC236}">
                          <a16:creationId xmlns:a16="http://schemas.microsoft.com/office/drawing/2014/main" id="{DF429F37-F409-4BAB-7BC0-40F3CF7818B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691523" y="4993346"/>
                    <a:ext cx="644400" cy="65520"/>
                  </p14:xfrm>
                </p:contentPart>
              </mc:Choice>
              <mc:Fallback xmlns="">
                <p:pic>
                  <p:nvPicPr>
                    <p:cNvPr id="196" name="Ink 195">
                      <a:extLst>
                        <a:ext uri="{FF2B5EF4-FFF2-40B4-BE49-F238E27FC236}">
                          <a16:creationId xmlns:a16="http://schemas.microsoft.com/office/drawing/2014/main" id="{DF429F37-F409-4BAB-7BC0-40F3CF7818B1}"/>
                        </a:ext>
                      </a:extLst>
                    </p:cNvPr>
                    <p:cNvPicPr/>
                    <p:nvPr/>
                  </p:nvPicPr>
                  <p:blipFill>
                    <a:blip r:embed="rId91"/>
                    <a:stretch>
                      <a:fillRect/>
                    </a:stretch>
                  </p:blipFill>
                  <p:spPr>
                    <a:xfrm>
                      <a:off x="9688334" y="4990934"/>
                      <a:ext cx="650778" cy="70344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5E87E0E2-78D2-E32B-8B87-9876FDC75EC2}"/>
                      </a:ext>
                    </a:extLst>
                  </p14:cNvPr>
                  <p14:cNvContentPartPr/>
                  <p14:nvPr/>
                </p14:nvContentPartPr>
                <p14:xfrm>
                  <a:off x="9131197" y="5517685"/>
                  <a:ext cx="1891649" cy="201580"/>
                </p14:xfrm>
              </p:contentPart>
            </mc:Choice>
            <mc:Fallback xmlns="">
              <p:pic>
                <p:nvPicPr>
                  <p:cNvPr id="199" name="Ink 198">
                    <a:extLst>
                      <a:ext uri="{FF2B5EF4-FFF2-40B4-BE49-F238E27FC236}">
                        <a16:creationId xmlns:a16="http://schemas.microsoft.com/office/drawing/2014/main" id="{5E87E0E2-78D2-E32B-8B87-9876FDC75EC2}"/>
                      </a:ext>
                    </a:extLst>
                  </p:cNvPr>
                  <p:cNvPicPr/>
                  <p:nvPr/>
                </p:nvPicPr>
                <p:blipFill>
                  <a:blip r:embed="rId93"/>
                  <a:stretch>
                    <a:fillRect/>
                  </a:stretch>
                </p:blipFill>
                <p:spPr>
                  <a:xfrm>
                    <a:off x="9126877" y="5513358"/>
                    <a:ext cx="1900290" cy="21023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200" name="Ink 199">
                    <a:extLst>
                      <a:ext uri="{FF2B5EF4-FFF2-40B4-BE49-F238E27FC236}">
                        <a16:creationId xmlns:a16="http://schemas.microsoft.com/office/drawing/2014/main" id="{A15F5444-8AD0-ADB8-5F6C-DF2FA03C100B}"/>
                      </a:ext>
                    </a:extLst>
                  </p14:cNvPr>
                  <p14:cNvContentPartPr/>
                  <p14:nvPr/>
                </p14:nvContentPartPr>
                <p14:xfrm>
                  <a:off x="9598987" y="4658387"/>
                  <a:ext cx="767294" cy="83345"/>
                </p14:xfrm>
              </p:contentPart>
            </mc:Choice>
            <mc:Fallback xmlns="">
              <p:pic>
                <p:nvPicPr>
                  <p:cNvPr id="200" name="Ink 199">
                    <a:extLst>
                      <a:ext uri="{FF2B5EF4-FFF2-40B4-BE49-F238E27FC236}">
                        <a16:creationId xmlns:a16="http://schemas.microsoft.com/office/drawing/2014/main" id="{A15F5444-8AD0-ADB8-5F6C-DF2FA03C100B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9594666" y="4654057"/>
                    <a:ext cx="775936" cy="920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">
                <p14:nvContentPartPr>
                  <p14:cNvPr id="201" name="Ink 200">
                    <a:extLst>
                      <a:ext uri="{FF2B5EF4-FFF2-40B4-BE49-F238E27FC236}">
                        <a16:creationId xmlns:a16="http://schemas.microsoft.com/office/drawing/2014/main" id="{365052AC-C41B-2D10-8FAB-02D4A8A5CB74}"/>
                      </a:ext>
                    </a:extLst>
                  </p14:cNvPr>
                  <p14:cNvContentPartPr/>
                  <p14:nvPr/>
                </p14:nvContentPartPr>
                <p14:xfrm>
                  <a:off x="9787119" y="4966248"/>
                  <a:ext cx="488" cy="646"/>
                </p14:xfrm>
              </p:contentPart>
            </mc:Choice>
            <mc:Fallback xmlns="">
              <p:pic>
                <p:nvPicPr>
                  <p:cNvPr id="201" name="Ink 200">
                    <a:extLst>
                      <a:ext uri="{FF2B5EF4-FFF2-40B4-BE49-F238E27FC236}">
                        <a16:creationId xmlns:a16="http://schemas.microsoft.com/office/drawing/2014/main" id="{365052AC-C41B-2D10-8FAB-02D4A8A5CB74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763207" y="4934594"/>
                    <a:ext cx="48800" cy="6460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205" name="Straight Arrow Connector 204">
                <a:extLst>
                  <a:ext uri="{FF2B5EF4-FFF2-40B4-BE49-F238E27FC236}">
                    <a16:creationId xmlns:a16="http://schemas.microsoft.com/office/drawing/2014/main" id="{13485BF8-A5EF-C5DA-C5AE-B3BB8BDEE7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18984" y="4966248"/>
                <a:ext cx="68135" cy="240668"/>
              </a:xfrm>
              <a:prstGeom prst="straightConnector1">
                <a:avLst/>
              </a:prstGeom>
              <a:ln>
                <a:prstDash val="sysDot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213" name="Graphic 212" descr="Fir tree outline">
                <a:extLst>
                  <a:ext uri="{FF2B5EF4-FFF2-40B4-BE49-F238E27FC236}">
                    <a16:creationId xmlns:a16="http://schemas.microsoft.com/office/drawing/2014/main" id="{B22C41BE-248A-4818-66DC-F7AC3FD93C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7"/>
                  </a:ext>
                </a:extLst>
              </a:blip>
              <a:stretch>
                <a:fillRect/>
              </a:stretch>
            </p:blipFill>
            <p:spPr>
              <a:xfrm>
                <a:off x="8520763" y="5338395"/>
                <a:ext cx="276196" cy="32451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9052466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154428-66EC-4E22-A563-828CCBB8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7" y="1016000"/>
            <a:ext cx="9482667" cy="656046"/>
          </a:xfrm>
        </p:spPr>
        <p:txBody>
          <a:bodyPr>
            <a:normAutofit/>
          </a:bodyPr>
          <a:lstStyle/>
          <a:p>
            <a:r>
              <a:rPr lang="en-US" dirty="0"/>
              <a:t>Decision trees and random forests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0B0DF5F-783A-4935-9D22-045F60E8C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454" y="1917905"/>
            <a:ext cx="5864086" cy="4694930"/>
          </a:xfrm>
        </p:spPr>
        <p:txBody>
          <a:bodyPr vert="horz" lIns="0" tIns="0" rIns="0" bIns="0" rtlCol="0" anchor="t">
            <a:normAutofit fontScale="92500"/>
          </a:bodyPr>
          <a:lstStyle/>
          <a:p>
            <a:pPr marL="456565" indent="-456565"/>
            <a:r>
              <a:rPr lang="en-US" b="1" dirty="0"/>
              <a:t>Decision Tree Regression</a:t>
            </a:r>
            <a:r>
              <a:rPr lang="en-US" dirty="0"/>
              <a:t>: piece-wise constant function used as model. The input space is partitioned into boxes where the model function has constant value. </a:t>
            </a:r>
          </a:p>
          <a:p>
            <a:pPr marL="456565" indent="-456565"/>
            <a:r>
              <a:rPr lang="en-US" dirty="0"/>
              <a:t>A greedy optimization algorithm is used to define the boxes (decide splitting  variables and threshold values) and the model output on each box. </a:t>
            </a:r>
          </a:p>
          <a:p>
            <a:pPr marL="456565" indent="-456565"/>
            <a:r>
              <a:rPr lang="en-US" b="1" dirty="0"/>
              <a:t>Random forests</a:t>
            </a:r>
            <a:r>
              <a:rPr lang="en-US" dirty="0"/>
              <a:t>: average the result of many decision trees trained on different parts of the data.</a:t>
            </a:r>
          </a:p>
        </p:txBody>
      </p:sp>
      <p:grpSp>
        <p:nvGrpSpPr>
          <p:cNvPr id="5" name="Grupp 4">
            <a:extLst>
              <a:ext uri="{FF2B5EF4-FFF2-40B4-BE49-F238E27FC236}">
                <a16:creationId xmlns:a16="http://schemas.microsoft.com/office/drawing/2014/main" id="{B538C75C-AD34-0631-E187-E6E7978F9511}"/>
              </a:ext>
            </a:extLst>
          </p:cNvPr>
          <p:cNvGrpSpPr/>
          <p:nvPr/>
        </p:nvGrpSpPr>
        <p:grpSpPr>
          <a:xfrm>
            <a:off x="7096540" y="2721318"/>
            <a:ext cx="5095460" cy="2305110"/>
            <a:chOff x="7096540" y="2607018"/>
            <a:chExt cx="5095460" cy="230511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288B027-C7C3-A12D-F396-7341B7FF59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130"/>
            <a:stretch/>
          </p:blipFill>
          <p:spPr bwMode="auto">
            <a:xfrm>
              <a:off x="7096540" y="2607018"/>
              <a:ext cx="509546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ruta 3">
              <a:extLst>
                <a:ext uri="{FF2B5EF4-FFF2-40B4-BE49-F238E27FC236}">
                  <a16:creationId xmlns:a16="http://schemas.microsoft.com/office/drawing/2014/main" id="{95351E00-E309-69FA-3473-143E216EF33C}"/>
                </a:ext>
              </a:extLst>
            </p:cNvPr>
            <p:cNvSpPr txBox="1"/>
            <p:nvPr/>
          </p:nvSpPr>
          <p:spPr>
            <a:xfrm>
              <a:off x="7891946" y="4512018"/>
              <a:ext cx="38047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Image by Stephen Milborrow (cropped) distributed </a:t>
              </a:r>
              <a:r>
                <a:rPr lang="en-GB" sz="1000" dirty="0"/>
                <a:t>under licence</a:t>
              </a:r>
              <a:br>
                <a:rPr lang="en-GB" sz="1000" dirty="0"/>
              </a:br>
              <a:r>
                <a:rPr lang="en-GB" sz="1000" dirty="0"/>
                <a:t>https://creativecommons.org/licenses/by-sa/4.0/deed.en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66159135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154428-66EC-4E22-A563-828CCBB8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7" y="1016000"/>
            <a:ext cx="9482667" cy="656046"/>
          </a:xfrm>
        </p:spPr>
        <p:txBody>
          <a:bodyPr>
            <a:normAutofit/>
          </a:bodyPr>
          <a:lstStyle/>
          <a:p>
            <a:r>
              <a:rPr lang="en-US" dirty="0"/>
              <a:t>Gaussian processes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0B0DF5F-783A-4935-9D22-045F60E8C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6602" y="1672046"/>
            <a:ext cx="4635097" cy="4376152"/>
          </a:xfrm>
        </p:spPr>
        <p:txBody>
          <a:bodyPr vert="horz" lIns="0" tIns="0" rIns="0" bIns="0" rtlCol="0" anchor="t">
            <a:noAutofit/>
          </a:bodyPr>
          <a:lstStyle/>
          <a:p>
            <a:pPr marL="456565" indent="-456565"/>
            <a:r>
              <a:rPr lang="en-US" b="1" dirty="0"/>
              <a:t>Gaussian Process Regressors</a:t>
            </a:r>
            <a:r>
              <a:rPr lang="en-US" dirty="0"/>
              <a:t>: Stochastic processes (random functions) are used for regression.</a:t>
            </a:r>
          </a:p>
          <a:p>
            <a:pPr marL="456565" indent="-456565"/>
            <a:r>
              <a:rPr lang="en-US" dirty="0"/>
              <a:t> Incorporates Bayesian viewpoint.</a:t>
            </a:r>
          </a:p>
          <a:p>
            <a:pPr marL="456565" indent="-456565"/>
            <a:r>
              <a:rPr lang="en-US" dirty="0"/>
              <a:t> Includes confidence intervals (uncertainty of prediction) in the model.</a:t>
            </a:r>
          </a:p>
        </p:txBody>
      </p:sp>
      <p:grpSp>
        <p:nvGrpSpPr>
          <p:cNvPr id="6" name="Grupp 5">
            <a:extLst>
              <a:ext uri="{FF2B5EF4-FFF2-40B4-BE49-F238E27FC236}">
                <a16:creationId xmlns:a16="http://schemas.microsoft.com/office/drawing/2014/main" id="{A8D0DD2B-C28F-A5AD-D448-F5E5370A1620}"/>
              </a:ext>
            </a:extLst>
          </p:cNvPr>
          <p:cNvGrpSpPr/>
          <p:nvPr/>
        </p:nvGrpSpPr>
        <p:grpSpPr>
          <a:xfrm>
            <a:off x="5758158" y="2509800"/>
            <a:ext cx="6002042" cy="2519400"/>
            <a:chOff x="6297036" y="2763800"/>
            <a:chExt cx="5646442" cy="2241232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584450ED-5DA6-85BF-FAFD-B20D6AF6DC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7036" y="2763800"/>
              <a:ext cx="5646442" cy="188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ruta 3">
              <a:extLst>
                <a:ext uri="{FF2B5EF4-FFF2-40B4-BE49-F238E27FC236}">
                  <a16:creationId xmlns:a16="http://schemas.microsoft.com/office/drawing/2014/main" id="{E73BF730-760A-4449-2641-E37411F6E3AE}"/>
                </a:ext>
              </a:extLst>
            </p:cNvPr>
            <p:cNvSpPr txBox="1"/>
            <p:nvPr/>
          </p:nvSpPr>
          <p:spPr>
            <a:xfrm>
              <a:off x="7579610" y="4635700"/>
              <a:ext cx="30812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Image by Cdipaolo96</a:t>
              </a:r>
              <a:r>
                <a:rPr lang="en-GB" sz="900" dirty="0"/>
                <a:t> </a:t>
              </a:r>
              <a:r>
                <a:rPr lang="en-US" sz="900" dirty="0"/>
                <a:t>distributed under license</a:t>
              </a:r>
            </a:p>
            <a:p>
              <a:r>
                <a:rPr lang="en-US" sz="900" dirty="0"/>
                <a:t>https://creativecommons.org/licenses/by-sa/4.0/deed.en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311743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0B45A-3016-3623-C363-FB3D84B7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75473A3-C0FE-D3C7-39F5-3B45A004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6" y="298256"/>
            <a:ext cx="9482667" cy="656046"/>
          </a:xfrm>
        </p:spPr>
        <p:txBody>
          <a:bodyPr>
            <a:normAutofit/>
          </a:bodyPr>
          <a:lstStyle/>
          <a:p>
            <a:r>
              <a:rPr lang="en-US" dirty="0"/>
              <a:t>Scientific Machine Learning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16E5CF9-FBA3-75A0-FECF-5A1D3CD00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381" y="954302"/>
            <a:ext cx="6611283" cy="5682472"/>
          </a:xfrm>
        </p:spPr>
        <p:txBody>
          <a:bodyPr vert="horz" lIns="0" tIns="0" rIns="0" bIns="0" rtlCol="0" anchor="t">
            <a:noAutofit/>
          </a:bodyPr>
          <a:lstStyle/>
          <a:p>
            <a:pPr marL="456565" indent="-456565"/>
            <a:r>
              <a:rPr lang="en-US" dirty="0"/>
              <a:t>Scientific machine learning mixes domain knowledge with machine learning algorithms.</a:t>
            </a:r>
          </a:p>
          <a:p>
            <a:pPr marL="456565" indent="-456565"/>
            <a:r>
              <a:rPr lang="en-US" dirty="0"/>
              <a:t>Model phenomena using both rules (or laws of nature) and data-driven techniques.</a:t>
            </a:r>
          </a:p>
          <a:p>
            <a:pPr marL="456565" indent="-456565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Application 1</a:t>
            </a:r>
            <a:r>
              <a:rPr lang="en-US" dirty="0"/>
              <a:t>: Our knowledge about a physical system is incomplete and needs completion through observational data.</a:t>
            </a:r>
          </a:p>
          <a:p>
            <a:pPr marL="456565" indent="-456565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Application 2</a:t>
            </a:r>
            <a:r>
              <a:rPr lang="en-US" dirty="0"/>
              <a:t>: Use machine learning as an efficient, robust, convenient, cheap or quick way of solving differential equations. Simultaneously fit to observational data.</a:t>
            </a:r>
          </a:p>
        </p:txBody>
      </p:sp>
      <p:grpSp>
        <p:nvGrpSpPr>
          <p:cNvPr id="19" name="Grupp 18">
            <a:extLst>
              <a:ext uri="{FF2B5EF4-FFF2-40B4-BE49-F238E27FC236}">
                <a16:creationId xmlns:a16="http://schemas.microsoft.com/office/drawing/2014/main" id="{A5F96BD4-66AA-8B71-3372-FCDE6CD98CE9}"/>
              </a:ext>
            </a:extLst>
          </p:cNvPr>
          <p:cNvGrpSpPr/>
          <p:nvPr/>
        </p:nvGrpSpPr>
        <p:grpSpPr>
          <a:xfrm>
            <a:off x="7686252" y="1452322"/>
            <a:ext cx="4259942" cy="3953356"/>
            <a:chOff x="7859486" y="1866873"/>
            <a:chExt cx="4259942" cy="3953356"/>
          </a:xfrm>
        </p:grpSpPr>
        <p:sp>
          <p:nvSpPr>
            <p:cNvPr id="8" name="Rektangel: rundade hörn 7">
              <a:extLst>
                <a:ext uri="{FF2B5EF4-FFF2-40B4-BE49-F238E27FC236}">
                  <a16:creationId xmlns:a16="http://schemas.microsoft.com/office/drawing/2014/main" id="{A07E617D-2B10-BD3C-80BE-DB49D99DD78A}"/>
                </a:ext>
              </a:extLst>
            </p:cNvPr>
            <p:cNvSpPr/>
            <p:nvPr/>
          </p:nvSpPr>
          <p:spPr>
            <a:xfrm>
              <a:off x="9274628" y="3853543"/>
              <a:ext cx="2061029" cy="972457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Rak pilkoppling 9">
              <a:extLst>
                <a:ext uri="{FF2B5EF4-FFF2-40B4-BE49-F238E27FC236}">
                  <a16:creationId xmlns:a16="http://schemas.microsoft.com/office/drawing/2014/main" id="{F1DE996A-BBEF-0A0D-B920-2FD841C2EAD9}"/>
                </a:ext>
              </a:extLst>
            </p:cNvPr>
            <p:cNvCxnSpPr/>
            <p:nvPr/>
          </p:nvCxnSpPr>
          <p:spPr>
            <a:xfrm flipV="1">
              <a:off x="7859486" y="4826000"/>
              <a:ext cx="1378857" cy="9942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ruta 10">
              <a:extLst>
                <a:ext uri="{FF2B5EF4-FFF2-40B4-BE49-F238E27FC236}">
                  <a16:creationId xmlns:a16="http://schemas.microsoft.com/office/drawing/2014/main" id="{500B7555-8010-C918-A9A0-D00C5FF27413}"/>
                </a:ext>
              </a:extLst>
            </p:cNvPr>
            <p:cNvSpPr txBox="1"/>
            <p:nvPr/>
          </p:nvSpPr>
          <p:spPr>
            <a:xfrm>
              <a:off x="9085943" y="4907615"/>
              <a:ext cx="28810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Typical application of Physics Informed Neural Networks (PINNs).  Can also be used for </a:t>
              </a:r>
              <a:r>
                <a:rPr lang="en-US" sz="1200" dirty="0">
                  <a:solidFill>
                    <a:srgbClr val="FFC000"/>
                  </a:solidFill>
                </a:rPr>
                <a:t>Application 1</a:t>
              </a:r>
              <a:r>
                <a:rPr lang="en-US" sz="1200" dirty="0"/>
                <a:t>.</a:t>
              </a:r>
            </a:p>
          </p:txBody>
        </p:sp>
        <p:sp>
          <p:nvSpPr>
            <p:cNvPr id="12" name="textruta 11">
              <a:extLst>
                <a:ext uri="{FF2B5EF4-FFF2-40B4-BE49-F238E27FC236}">
                  <a16:creationId xmlns:a16="http://schemas.microsoft.com/office/drawing/2014/main" id="{79B91AE4-52FE-9D15-DB6F-ED7A19250C94}"/>
                </a:ext>
              </a:extLst>
            </p:cNvPr>
            <p:cNvSpPr txBox="1"/>
            <p:nvPr/>
          </p:nvSpPr>
          <p:spPr>
            <a:xfrm>
              <a:off x="9443792" y="4016605"/>
              <a:ext cx="18918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PINNs</a:t>
              </a:r>
              <a:r>
                <a:rPr lang="en-US" dirty="0"/>
                <a:t> and </a:t>
              </a:r>
            </a:p>
            <a:p>
              <a:r>
                <a:rPr lang="en-US" dirty="0"/>
                <a:t>other techniques</a:t>
              </a:r>
            </a:p>
          </p:txBody>
        </p:sp>
        <p:cxnSp>
          <p:nvCxnSpPr>
            <p:cNvPr id="13" name="Rak pilkoppling 12">
              <a:extLst>
                <a:ext uri="{FF2B5EF4-FFF2-40B4-BE49-F238E27FC236}">
                  <a16:creationId xmlns:a16="http://schemas.microsoft.com/office/drawing/2014/main" id="{3516A44F-F120-80BC-5472-C202D0241E3F}"/>
                </a:ext>
              </a:extLst>
            </p:cNvPr>
            <p:cNvCxnSpPr/>
            <p:nvPr/>
          </p:nvCxnSpPr>
          <p:spPr>
            <a:xfrm flipV="1">
              <a:off x="7895771" y="2933758"/>
              <a:ext cx="1378857" cy="9942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ktangel: rundade hörn 13">
              <a:extLst>
                <a:ext uri="{FF2B5EF4-FFF2-40B4-BE49-F238E27FC236}">
                  <a16:creationId xmlns:a16="http://schemas.microsoft.com/office/drawing/2014/main" id="{445F596D-9D19-FC62-5432-53E0A8A7B71B}"/>
                </a:ext>
              </a:extLst>
            </p:cNvPr>
            <p:cNvSpPr/>
            <p:nvPr/>
          </p:nvSpPr>
          <p:spPr>
            <a:xfrm>
              <a:off x="9274628" y="1866873"/>
              <a:ext cx="2061029" cy="972457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ruta 15">
              <a:extLst>
                <a:ext uri="{FF2B5EF4-FFF2-40B4-BE49-F238E27FC236}">
                  <a16:creationId xmlns:a16="http://schemas.microsoft.com/office/drawing/2014/main" id="{8DFE11E3-C831-D414-AB91-A50CF96DA035}"/>
                </a:ext>
              </a:extLst>
            </p:cNvPr>
            <p:cNvSpPr txBox="1"/>
            <p:nvPr/>
          </p:nvSpPr>
          <p:spPr>
            <a:xfrm>
              <a:off x="9443792" y="1992073"/>
              <a:ext cx="17155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UDEs, NODEs, </a:t>
              </a:r>
            </a:p>
            <a:p>
              <a:r>
                <a:rPr lang="en-US" dirty="0">
                  <a:solidFill>
                    <a:srgbClr val="00B050"/>
                  </a:solidFill>
                </a:rPr>
                <a:t>NPDEs</a:t>
              </a:r>
              <a:endParaRPr lang="en-US" dirty="0"/>
            </a:p>
          </p:txBody>
        </p:sp>
        <p:sp>
          <p:nvSpPr>
            <p:cNvPr id="18" name="textruta 17">
              <a:extLst>
                <a:ext uri="{FF2B5EF4-FFF2-40B4-BE49-F238E27FC236}">
                  <a16:creationId xmlns:a16="http://schemas.microsoft.com/office/drawing/2014/main" id="{C43D29BE-A043-2520-4E9B-FFE35B014464}"/>
                </a:ext>
              </a:extLst>
            </p:cNvPr>
            <p:cNvSpPr txBox="1"/>
            <p:nvPr/>
          </p:nvSpPr>
          <p:spPr>
            <a:xfrm>
              <a:off x="9238343" y="2933395"/>
              <a:ext cx="28810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Typical application of Universal Differential Equations (UDEs), Neural ODEs (NODEs) and Neural PDEs (NPDEs).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368834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E5B60-A664-B5C5-9812-F2ED7ADE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9761C5A-D3EF-4170-1542-EFD316F2A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6" y="292857"/>
            <a:ext cx="9482667" cy="656046"/>
          </a:xfrm>
        </p:spPr>
        <p:txBody>
          <a:bodyPr>
            <a:normAutofit/>
          </a:bodyPr>
          <a:lstStyle/>
          <a:p>
            <a:r>
              <a:rPr lang="en-US" dirty="0"/>
              <a:t>Scientific Machine Learning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35C0A4F-613B-D706-096C-83A317089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65" y="1059359"/>
            <a:ext cx="5981799" cy="5616744"/>
          </a:xfrm>
        </p:spPr>
        <p:txBody>
          <a:bodyPr vert="horz" lIns="0" tIns="0" rIns="0" bIns="0" rtlCol="0" anchor="t">
            <a:noAutofit/>
          </a:bodyPr>
          <a:lstStyle/>
          <a:p>
            <a:pPr marL="456565" indent="-456565"/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Application 1</a:t>
            </a:r>
            <a:r>
              <a:rPr lang="en-US" sz="1800" dirty="0"/>
              <a:t>: Can use a neural network to model the equation system.</a:t>
            </a:r>
          </a:p>
          <a:p>
            <a:pPr marL="456565" indent="-456565"/>
            <a:r>
              <a:rPr lang="en-US" sz="1800" dirty="0"/>
              <a:t>Example: Some conservation law or other property is known.</a:t>
            </a:r>
          </a:p>
          <a:p>
            <a:pPr marL="456565" indent="-456565"/>
            <a:r>
              <a:rPr lang="en-US" sz="1800" dirty="0"/>
              <a:t>Example: Some term of the equation system is known.</a:t>
            </a:r>
          </a:p>
          <a:p>
            <a:pPr marL="0" indent="0">
              <a:buNone/>
            </a:pPr>
            <a:r>
              <a:rPr lang="en-US" sz="1800" dirty="0"/>
              <a:t>Some options: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Encourage property to be fulfilled via the loss function.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Enforce known property via structure of the neural network.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Help neural network along the way with structure so that it needs to learn a less complicated function.</a:t>
            </a:r>
          </a:p>
          <a:p>
            <a:pPr marL="456565" indent="-456565"/>
            <a:endParaRPr lang="en-US" dirty="0"/>
          </a:p>
        </p:txBody>
      </p:sp>
      <p:grpSp>
        <p:nvGrpSpPr>
          <p:cNvPr id="5" name="Grupp 4">
            <a:extLst>
              <a:ext uri="{FF2B5EF4-FFF2-40B4-BE49-F238E27FC236}">
                <a16:creationId xmlns:a16="http://schemas.microsoft.com/office/drawing/2014/main" id="{2488EF07-CF4C-8CC4-1F43-4DAEECDAD2D6}"/>
              </a:ext>
            </a:extLst>
          </p:cNvPr>
          <p:cNvGrpSpPr/>
          <p:nvPr/>
        </p:nvGrpSpPr>
        <p:grpSpPr>
          <a:xfrm>
            <a:off x="7151862" y="1638497"/>
            <a:ext cx="5140023" cy="4307016"/>
            <a:chOff x="7151862" y="1638497"/>
            <a:chExt cx="5140023" cy="43070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ruta 3">
                  <a:extLst>
                    <a:ext uri="{FF2B5EF4-FFF2-40B4-BE49-F238E27FC236}">
                      <a16:creationId xmlns:a16="http://schemas.microsoft.com/office/drawing/2014/main" id="{AF4C9973-1B05-610B-ECE8-90B386720DCD}"/>
                    </a:ext>
                  </a:extLst>
                </p:cNvPr>
                <p:cNvSpPr txBox="1"/>
                <p:nvPr/>
              </p:nvSpPr>
              <p:spPr>
                <a:xfrm>
                  <a:off x="7670748" y="2509297"/>
                  <a:ext cx="4621137" cy="21600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sv-SE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sv-SE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𝐾𝑛𝑜𝑤𝑛𝑇𝑒𝑟</m:t>
                        </m:r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𝑁𝑁</m:t>
                            </m:r>
                            <m:d>
                              <m:d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</m:e>
                            </m:d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br>
                    <a:rPr lang="sv-SE" b="0" dirty="0"/>
                  </a:br>
                  <a:endParaRPr lang="sv-SE" b="0" dirty="0"/>
                </a:p>
                <a:p>
                  <a:endParaRPr lang="sv-SE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sv-SE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sv-SE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𝐾𝑛𝑜𝑤𝑛𝑇𝑒𝑟</m:t>
                        </m:r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𝑁𝑁</m:t>
                            </m:r>
                            <m:d>
                              <m:d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</m:e>
                            </m:d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  <m:oMath xmlns:m="http://schemas.openxmlformats.org/officeDocument/2006/math">
                        <m:r>
                          <a:rPr lang="sv-S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sv-SE" b="0" dirty="0"/>
                </a:p>
                <a:p>
                  <a:endParaRPr lang="sv-SE" b="0" dirty="0"/>
                </a:p>
                <a:p>
                  <a:endParaRPr lang="en-US" dirty="0"/>
                </a:p>
              </p:txBody>
            </p:sp>
          </mc:Choice>
          <mc:Fallback>
            <p:sp>
              <p:nvSpPr>
                <p:cNvPr id="4" name="textruta 3">
                  <a:extLst>
                    <a:ext uri="{FF2B5EF4-FFF2-40B4-BE49-F238E27FC236}">
                      <a16:creationId xmlns:a16="http://schemas.microsoft.com/office/drawing/2014/main" id="{AF4C9973-1B05-610B-ECE8-90B386720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748" y="2509297"/>
                  <a:ext cx="4621137" cy="2160079"/>
                </a:xfrm>
                <a:prstGeom prst="rect">
                  <a:avLst/>
                </a:prstGeom>
                <a:blipFill>
                  <a:blip r:embed="rId2"/>
                  <a:stretch>
                    <a:fillRect t="-58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Frihandsfigur: Form 6">
              <a:extLst>
                <a:ext uri="{FF2B5EF4-FFF2-40B4-BE49-F238E27FC236}">
                  <a16:creationId xmlns:a16="http://schemas.microsoft.com/office/drawing/2014/main" id="{E361B692-D55A-373D-E21B-9BD06AC24DEC}"/>
                </a:ext>
              </a:extLst>
            </p:cNvPr>
            <p:cNvSpPr/>
            <p:nvPr/>
          </p:nvSpPr>
          <p:spPr>
            <a:xfrm>
              <a:off x="7151862" y="3923489"/>
              <a:ext cx="1763486" cy="1712686"/>
            </a:xfrm>
            <a:custGeom>
              <a:avLst/>
              <a:gdLst>
                <a:gd name="connsiteX0" fmla="*/ 0 w 1814286"/>
                <a:gd name="connsiteY0" fmla="*/ 1828800 h 1828800"/>
                <a:gd name="connsiteX1" fmla="*/ 1291771 w 1814286"/>
                <a:gd name="connsiteY1" fmla="*/ 1190171 h 1828800"/>
                <a:gd name="connsiteX2" fmla="*/ 1814286 w 1814286"/>
                <a:gd name="connsiteY2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14286" h="1828800">
                  <a:moveTo>
                    <a:pt x="0" y="1828800"/>
                  </a:moveTo>
                  <a:cubicBezTo>
                    <a:pt x="494695" y="1661885"/>
                    <a:pt x="989390" y="1494971"/>
                    <a:pt x="1291771" y="1190171"/>
                  </a:cubicBezTo>
                  <a:cubicBezTo>
                    <a:pt x="1594152" y="885371"/>
                    <a:pt x="1704219" y="442685"/>
                    <a:pt x="1814286" y="0"/>
                  </a:cubicBezTo>
                </a:path>
              </a:pathLst>
            </a:cu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ihandsfigur: Form 9">
              <a:extLst>
                <a:ext uri="{FF2B5EF4-FFF2-40B4-BE49-F238E27FC236}">
                  <a16:creationId xmlns:a16="http://schemas.microsoft.com/office/drawing/2014/main" id="{FC10A479-0EB3-B27E-148F-A97EA3FC3D80}"/>
                </a:ext>
              </a:extLst>
            </p:cNvPr>
            <p:cNvSpPr/>
            <p:nvPr/>
          </p:nvSpPr>
          <p:spPr>
            <a:xfrm>
              <a:off x="10058349" y="2048469"/>
              <a:ext cx="515257" cy="551543"/>
            </a:xfrm>
            <a:custGeom>
              <a:avLst/>
              <a:gdLst>
                <a:gd name="connsiteX0" fmla="*/ 0 w 515257"/>
                <a:gd name="connsiteY0" fmla="*/ 0 h 551543"/>
                <a:gd name="connsiteX1" fmla="*/ 399143 w 515257"/>
                <a:gd name="connsiteY1" fmla="*/ 203200 h 551543"/>
                <a:gd name="connsiteX2" fmla="*/ 515257 w 515257"/>
                <a:gd name="connsiteY2" fmla="*/ 551543 h 551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5257" h="551543">
                  <a:moveTo>
                    <a:pt x="0" y="0"/>
                  </a:moveTo>
                  <a:cubicBezTo>
                    <a:pt x="156633" y="55638"/>
                    <a:pt x="313267" y="111276"/>
                    <a:pt x="399143" y="203200"/>
                  </a:cubicBezTo>
                  <a:cubicBezTo>
                    <a:pt x="485019" y="295124"/>
                    <a:pt x="500138" y="423333"/>
                    <a:pt x="515257" y="551543"/>
                  </a:cubicBezTo>
                </a:path>
              </a:pathLst>
            </a:cu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ruta 10">
              <a:extLst>
                <a:ext uri="{FF2B5EF4-FFF2-40B4-BE49-F238E27FC236}">
                  <a16:creationId xmlns:a16="http://schemas.microsoft.com/office/drawing/2014/main" id="{037E3E5E-4526-2756-EC92-C147A6B62ED5}"/>
                </a:ext>
              </a:extLst>
            </p:cNvPr>
            <p:cNvSpPr txBox="1"/>
            <p:nvPr/>
          </p:nvSpPr>
          <p:spPr>
            <a:xfrm>
              <a:off x="8915348" y="1638497"/>
              <a:ext cx="17704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Neural network</a:t>
              </a:r>
            </a:p>
          </p:txBody>
        </p:sp>
        <p:sp>
          <p:nvSpPr>
            <p:cNvPr id="12" name="textruta 11">
              <a:extLst>
                <a:ext uri="{FF2B5EF4-FFF2-40B4-BE49-F238E27FC236}">
                  <a16:creationId xmlns:a16="http://schemas.microsoft.com/office/drawing/2014/main" id="{DC819B98-7A56-13AD-8126-04D3021746B2}"/>
                </a:ext>
              </a:extLst>
            </p:cNvPr>
            <p:cNvSpPr txBox="1"/>
            <p:nvPr/>
          </p:nvSpPr>
          <p:spPr>
            <a:xfrm>
              <a:off x="8337506" y="5299182"/>
              <a:ext cx="19720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Can be done with </a:t>
              </a:r>
            </a:p>
            <a:p>
              <a:r>
                <a:rPr lang="en-US" dirty="0"/>
                <a:t>UDEs/NODEs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377369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RISE">
  <a:themeElements>
    <a:clrScheme name="RISE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08B94"/>
      </a:accent1>
      <a:accent2>
        <a:srgbClr val="DF2351"/>
      </a:accent2>
      <a:accent3>
        <a:srgbClr val="FFE200"/>
      </a:accent3>
      <a:accent4>
        <a:srgbClr val="E6F2EC"/>
      </a:accent4>
      <a:accent5>
        <a:srgbClr val="FBE2D8"/>
      </a:accent5>
      <a:accent6>
        <a:srgbClr val="FFF5D4"/>
      </a:accent6>
      <a:hlink>
        <a:srgbClr val="000000"/>
      </a:hlink>
      <a:folHlink>
        <a:srgbClr val="000000"/>
      </a:folHlink>
    </a:clrScheme>
    <a:fontScheme name="RISE">
      <a:majorFont>
        <a:latin typeface="Code Pro Bold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ISE_PPT_16-9_Tom_SE_200214_mall" id="{3A0BFE73-FBC9-45B7-9C25-020AE7FF7B8B}" vid="{172DE8A6-9965-4285-8C01-FD052FF3A0D3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1591666C465CD4A8B7CFEA75881A57F" ma:contentTypeVersion="6" ma:contentTypeDescription="Skapa ett nytt dokument." ma:contentTypeScope="" ma:versionID="fb1c97ee20d0ff46e7e98501f56ae5a1">
  <xsd:schema xmlns:xsd="http://www.w3.org/2001/XMLSchema" xmlns:xs="http://www.w3.org/2001/XMLSchema" xmlns:p="http://schemas.microsoft.com/office/2006/metadata/properties" xmlns:ns2="c0ed03cf-3b79-42c5-a042-93658a6e6123" targetNamespace="http://schemas.microsoft.com/office/2006/metadata/properties" ma:root="true" ma:fieldsID="716e1e7f1d0375a44e9faa0c5cd5641d" ns2:_="">
    <xsd:import namespace="c0ed03cf-3b79-42c5-a042-93658a6e61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ed03cf-3b79-42c5-a042-93658a6e61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3D20E3E-F841-4402-AEDE-D840985A2DC7}">
  <ds:schemaRefs>
    <ds:schemaRef ds:uri="c0ed03cf-3b79-42c5-a042-93658a6e612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80AD2B-E060-4B92-8318-EE272B3115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1DAADE-5833-4473-B64D-267577C0A875}">
  <ds:schemaRefs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c0ed03cf-3b79-42c5-a042-93658a6e612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101930</TotalTime>
  <Words>709</Words>
  <Application>Microsoft Macintosh PowerPoint</Application>
  <PresentationFormat>Bredbild</PresentationFormat>
  <Paragraphs>67</Paragraphs>
  <Slides>8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6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Code Pro Bold</vt:lpstr>
      <vt:lpstr>Lato</vt:lpstr>
      <vt:lpstr>Roboto Mono</vt:lpstr>
      <vt:lpstr>RISE</vt:lpstr>
      <vt:lpstr>PowerPoint-presentation</vt:lpstr>
      <vt:lpstr>Machine learning and neural networks</vt:lpstr>
      <vt:lpstr>Machine learning and neural networks</vt:lpstr>
      <vt:lpstr>Machine learning and neural networks</vt:lpstr>
      <vt:lpstr>Decision trees and random forests</vt:lpstr>
      <vt:lpstr>Gaussian processes</vt:lpstr>
      <vt:lpstr>Scientific Machine Learning</vt:lpstr>
      <vt:lpstr>Scientific Machine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david.eklund@ri.se</dc:creator>
  <cp:lastModifiedBy>David Eklund</cp:lastModifiedBy>
  <cp:revision>1</cp:revision>
  <dcterms:created xsi:type="dcterms:W3CDTF">2020-12-14T11:51:50Z</dcterms:created>
  <dcterms:modified xsi:type="dcterms:W3CDTF">2026-05-06T10:35:46Z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0afd86-dcf7-4483-b9eb-5af1dcd104e1_Enabled">
    <vt:lpwstr>true</vt:lpwstr>
  </property>
  <property fmtid="{D5CDD505-2E9C-101B-9397-08002B2CF9AE}" pid="3" name="MSIP_Label_680afd86-dcf7-4483-b9eb-5af1dcd104e1_SetDate">
    <vt:lpwstr>2025-01-16T10:53:26Z</vt:lpwstr>
  </property>
  <property fmtid="{D5CDD505-2E9C-101B-9397-08002B2CF9AE}" pid="4" name="MSIP_Label_680afd86-dcf7-4483-b9eb-5af1dcd104e1_Method">
    <vt:lpwstr>Standard</vt:lpwstr>
  </property>
  <property fmtid="{D5CDD505-2E9C-101B-9397-08002B2CF9AE}" pid="5" name="MSIP_Label_680afd86-dcf7-4483-b9eb-5af1dcd104e1_Name">
    <vt:lpwstr>K2 Intern</vt:lpwstr>
  </property>
  <property fmtid="{D5CDD505-2E9C-101B-9397-08002B2CF9AE}" pid="6" name="MSIP_Label_680afd86-dcf7-4483-b9eb-5af1dcd104e1_SiteId">
    <vt:lpwstr>5a9809cf-0bcb-413a-838a-09ecc40cc9e8</vt:lpwstr>
  </property>
  <property fmtid="{D5CDD505-2E9C-101B-9397-08002B2CF9AE}" pid="7" name="MSIP_Label_680afd86-dcf7-4483-b9eb-5af1dcd104e1_ActionId">
    <vt:lpwstr>c01e2b39-fe5a-45a7-ab30-0542f63ecfe7</vt:lpwstr>
  </property>
  <property fmtid="{D5CDD505-2E9C-101B-9397-08002B2CF9AE}" pid="8" name="MSIP_Label_680afd86-dcf7-4483-b9eb-5af1dcd104e1_ContentBits">
    <vt:lpwstr>0</vt:lpwstr>
  </property>
</Properties>
</file>